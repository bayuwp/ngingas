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257" r:id="rId3"/>
    <p:sldId id="280" r:id="rId4"/>
    <p:sldId id="258" r:id="rId5"/>
    <p:sldId id="260" r:id="rId6"/>
    <p:sldId id="305" r:id="rId7"/>
    <p:sldId id="261" r:id="rId8"/>
    <p:sldId id="304" r:id="rId9"/>
    <p:sldId id="307" r:id="rId10"/>
    <p:sldId id="308" r:id="rId11"/>
    <p:sldId id="306" r:id="rId12"/>
    <p:sldId id="266" r:id="rId13"/>
  </p:sldIdLst>
  <p:sldSz cx="9144000" cy="5143500" type="screen16x9"/>
  <p:notesSz cx="6858000" cy="9144000"/>
  <p:embeddedFontLst>
    <p:embeddedFont>
      <p:font typeface="Actor" panose="020B0604020202020204" charset="0"/>
      <p:regular r:id="rId15"/>
    </p:embeddedFont>
    <p:embeddedFont>
      <p:font typeface="Chivo" panose="020B0604020202020204" charset="0"/>
      <p:regular r:id="rId16"/>
      <p:bold r:id="rId17"/>
      <p:italic r:id="rId18"/>
      <p:boldItalic r:id="rId19"/>
    </p:embeddedFont>
    <p:embeddedFont>
      <p:font typeface="Chivo Medium" panose="020B0604020202020204" charset="0"/>
      <p:regular r:id="rId20"/>
      <p:bold r:id="rId21"/>
      <p:italic r:id="rId22"/>
      <p:boldItalic r:id="rId23"/>
    </p:embeddedFont>
    <p:embeddedFont>
      <p:font typeface="Didact Gothic" panose="020B0604020202020204" charset="0"/>
      <p:regular r:id="rId24"/>
    </p:embeddedFont>
    <p:embeddedFont>
      <p:font typeface="DM Sans" panose="020B0604020202020204" charset="0"/>
      <p:regular r:id="rId25"/>
      <p:bold r:id="rId26"/>
      <p:italic r:id="rId27"/>
      <p:boldItalic r:id="rId28"/>
    </p:embeddedFont>
    <p:embeddedFont>
      <p:font typeface="Italiana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6F48C-D557-41D6-8B0D-6755D459B188}">
  <a:tblStyle styleId="{5946F48C-D557-41D6-8B0D-6755D459B1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b5ec965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b5ec965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4686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706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118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0113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1211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306950" y="699100"/>
            <a:ext cx="4530300" cy="29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Actor"/>
              <a:buNone/>
              <a:defRPr sz="55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6950" y="3933500"/>
            <a:ext cx="4530300" cy="51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6"/>
          <p:cNvGrpSpPr/>
          <p:nvPr/>
        </p:nvGrpSpPr>
        <p:grpSpPr>
          <a:xfrm>
            <a:off x="-1517038" y="-2035850"/>
            <a:ext cx="11996188" cy="10484157"/>
            <a:chOff x="-1517038" y="-2035850"/>
            <a:chExt cx="11996188" cy="10484157"/>
          </a:xfrm>
        </p:grpSpPr>
        <p:sp>
          <p:nvSpPr>
            <p:cNvPr id="33" name="Google Shape;33;p6"/>
            <p:cNvSpPr/>
            <p:nvPr/>
          </p:nvSpPr>
          <p:spPr>
            <a:xfrm rot="-5400000" flipH="1">
              <a:off x="-2656885" y="4578781"/>
              <a:ext cx="5009373" cy="2729679"/>
            </a:xfrm>
            <a:custGeom>
              <a:avLst/>
              <a:gdLst/>
              <a:ahLst/>
              <a:cxnLst/>
              <a:rect l="l" t="t" r="r" b="b"/>
              <a:pathLst>
                <a:path w="162576" h="88590" extrusionOk="0">
                  <a:moveTo>
                    <a:pt x="65675" y="14461"/>
                  </a:moveTo>
                  <a:cubicBezTo>
                    <a:pt x="67989" y="14461"/>
                    <a:pt x="70251" y="15040"/>
                    <a:pt x="72245" y="16200"/>
                  </a:cubicBezTo>
                  <a:cubicBezTo>
                    <a:pt x="74656" y="17598"/>
                    <a:pt x="76489" y="20492"/>
                    <a:pt x="76923" y="23627"/>
                  </a:cubicBezTo>
                  <a:cubicBezTo>
                    <a:pt x="77116" y="24977"/>
                    <a:pt x="77212" y="27485"/>
                    <a:pt x="75524" y="29269"/>
                  </a:cubicBezTo>
                  <a:cubicBezTo>
                    <a:pt x="72631" y="32356"/>
                    <a:pt x="66651" y="32694"/>
                    <a:pt x="60719" y="32790"/>
                  </a:cubicBezTo>
                  <a:cubicBezTo>
                    <a:pt x="54111" y="32886"/>
                    <a:pt x="48469" y="32983"/>
                    <a:pt x="43212" y="33031"/>
                  </a:cubicBezTo>
                  <a:cubicBezTo>
                    <a:pt x="44948" y="27196"/>
                    <a:pt x="48517" y="22083"/>
                    <a:pt x="53436" y="18466"/>
                  </a:cubicBezTo>
                  <a:cubicBezTo>
                    <a:pt x="56909" y="15910"/>
                    <a:pt x="61104" y="14512"/>
                    <a:pt x="65397" y="14463"/>
                  </a:cubicBezTo>
                  <a:cubicBezTo>
                    <a:pt x="65489" y="14462"/>
                    <a:pt x="65582" y="14461"/>
                    <a:pt x="65675" y="14461"/>
                  </a:cubicBezTo>
                  <a:close/>
                  <a:moveTo>
                    <a:pt x="65444" y="0"/>
                  </a:moveTo>
                  <a:cubicBezTo>
                    <a:pt x="58502" y="0"/>
                    <a:pt x="51251" y="2273"/>
                    <a:pt x="45045" y="6699"/>
                  </a:cubicBezTo>
                  <a:cubicBezTo>
                    <a:pt x="36412" y="12824"/>
                    <a:pt x="30576" y="22566"/>
                    <a:pt x="28358" y="33176"/>
                  </a:cubicBezTo>
                  <a:cubicBezTo>
                    <a:pt x="20111" y="33176"/>
                    <a:pt x="11526" y="33128"/>
                    <a:pt x="193" y="32983"/>
                  </a:cubicBezTo>
                  <a:lnTo>
                    <a:pt x="0" y="47451"/>
                  </a:lnTo>
                  <a:cubicBezTo>
                    <a:pt x="11141" y="47596"/>
                    <a:pt x="19629" y="47596"/>
                    <a:pt x="27731" y="47596"/>
                  </a:cubicBezTo>
                  <a:cubicBezTo>
                    <a:pt x="27972" y="49911"/>
                    <a:pt x="28454" y="52178"/>
                    <a:pt x="29081" y="54396"/>
                  </a:cubicBezTo>
                  <a:cubicBezTo>
                    <a:pt x="34145" y="71710"/>
                    <a:pt x="49578" y="85551"/>
                    <a:pt x="66602" y="88107"/>
                  </a:cubicBezTo>
                  <a:cubicBezTo>
                    <a:pt x="68821" y="88445"/>
                    <a:pt x="71039" y="88590"/>
                    <a:pt x="73258" y="88590"/>
                  </a:cubicBezTo>
                  <a:cubicBezTo>
                    <a:pt x="83916" y="88590"/>
                    <a:pt x="92356" y="84297"/>
                    <a:pt x="98481" y="75761"/>
                  </a:cubicBezTo>
                  <a:cubicBezTo>
                    <a:pt x="104220" y="67707"/>
                    <a:pt x="106872" y="57097"/>
                    <a:pt x="109187" y="47741"/>
                  </a:cubicBezTo>
                  <a:cubicBezTo>
                    <a:pt x="110779" y="41326"/>
                    <a:pt x="112274" y="35298"/>
                    <a:pt x="114396" y="31633"/>
                  </a:cubicBezTo>
                  <a:cubicBezTo>
                    <a:pt x="114848" y="31331"/>
                    <a:pt x="115375" y="31180"/>
                    <a:pt x="115919" y="31180"/>
                  </a:cubicBezTo>
                  <a:cubicBezTo>
                    <a:pt x="116246" y="31180"/>
                    <a:pt x="116578" y="31235"/>
                    <a:pt x="116904" y="31343"/>
                  </a:cubicBezTo>
                  <a:cubicBezTo>
                    <a:pt x="117627" y="31584"/>
                    <a:pt x="118640" y="32211"/>
                    <a:pt x="118833" y="34526"/>
                  </a:cubicBezTo>
                  <a:cubicBezTo>
                    <a:pt x="119846" y="48416"/>
                    <a:pt x="123848" y="57820"/>
                    <a:pt x="130986" y="63222"/>
                  </a:cubicBezTo>
                  <a:cubicBezTo>
                    <a:pt x="135953" y="67011"/>
                    <a:pt x="141585" y="68122"/>
                    <a:pt x="146816" y="68122"/>
                  </a:cubicBezTo>
                  <a:cubicBezTo>
                    <a:pt x="151439" y="68122"/>
                    <a:pt x="155748" y="67254"/>
                    <a:pt x="159006" y="66598"/>
                  </a:cubicBezTo>
                  <a:cubicBezTo>
                    <a:pt x="160357" y="66308"/>
                    <a:pt x="161611" y="66067"/>
                    <a:pt x="162575" y="65971"/>
                  </a:cubicBezTo>
                  <a:lnTo>
                    <a:pt x="160646" y="51599"/>
                  </a:lnTo>
                  <a:cubicBezTo>
                    <a:pt x="159247" y="51792"/>
                    <a:pt x="157752" y="52081"/>
                    <a:pt x="156161" y="52419"/>
                  </a:cubicBezTo>
                  <a:cubicBezTo>
                    <a:pt x="153245" y="53012"/>
                    <a:pt x="149941" y="53675"/>
                    <a:pt x="146865" y="53675"/>
                  </a:cubicBezTo>
                  <a:cubicBezTo>
                    <a:pt x="144193" y="53675"/>
                    <a:pt x="141692" y="53175"/>
                    <a:pt x="139764" y="51695"/>
                  </a:cubicBezTo>
                  <a:cubicBezTo>
                    <a:pt x="136195" y="48995"/>
                    <a:pt x="133976" y="42677"/>
                    <a:pt x="133253" y="33417"/>
                  </a:cubicBezTo>
                  <a:cubicBezTo>
                    <a:pt x="132674" y="25122"/>
                    <a:pt x="127514" y="18900"/>
                    <a:pt x="119846" y="17164"/>
                  </a:cubicBezTo>
                  <a:cubicBezTo>
                    <a:pt x="118519" y="16863"/>
                    <a:pt x="117187" y="16718"/>
                    <a:pt x="115877" y="16718"/>
                  </a:cubicBezTo>
                  <a:cubicBezTo>
                    <a:pt x="110040" y="16718"/>
                    <a:pt x="104613" y="19594"/>
                    <a:pt x="101857" y="24398"/>
                  </a:cubicBezTo>
                  <a:cubicBezTo>
                    <a:pt x="98770" y="29800"/>
                    <a:pt x="96986" y="36841"/>
                    <a:pt x="95153" y="44268"/>
                  </a:cubicBezTo>
                  <a:cubicBezTo>
                    <a:pt x="90239" y="64010"/>
                    <a:pt x="86188" y="74146"/>
                    <a:pt x="73278" y="74146"/>
                  </a:cubicBezTo>
                  <a:cubicBezTo>
                    <a:pt x="71870" y="74146"/>
                    <a:pt x="70356" y="74026"/>
                    <a:pt x="68724" y="73784"/>
                  </a:cubicBezTo>
                  <a:cubicBezTo>
                    <a:pt x="57101" y="72096"/>
                    <a:pt x="46491" y="62450"/>
                    <a:pt x="42971" y="50393"/>
                  </a:cubicBezTo>
                  <a:cubicBezTo>
                    <a:pt x="42730" y="49429"/>
                    <a:pt x="42489" y="48512"/>
                    <a:pt x="42296" y="47548"/>
                  </a:cubicBezTo>
                  <a:cubicBezTo>
                    <a:pt x="47890" y="47451"/>
                    <a:pt x="53918" y="47403"/>
                    <a:pt x="61008" y="47258"/>
                  </a:cubicBezTo>
                  <a:cubicBezTo>
                    <a:pt x="69592" y="47114"/>
                    <a:pt x="79334" y="46342"/>
                    <a:pt x="86134" y="39156"/>
                  </a:cubicBezTo>
                  <a:cubicBezTo>
                    <a:pt x="90378" y="34671"/>
                    <a:pt x="92259" y="28257"/>
                    <a:pt x="91295" y="21601"/>
                  </a:cubicBezTo>
                  <a:cubicBezTo>
                    <a:pt x="90234" y="14078"/>
                    <a:pt x="85893" y="7374"/>
                    <a:pt x="79672" y="3709"/>
                  </a:cubicBezTo>
                  <a:cubicBezTo>
                    <a:pt x="75450" y="1221"/>
                    <a:pt x="70530" y="0"/>
                    <a:pt x="65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6"/>
            <p:cNvSpPr/>
            <p:nvPr/>
          </p:nvSpPr>
          <p:spPr>
            <a:xfrm>
              <a:off x="-1335150" y="-20358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6"/>
            <p:cNvSpPr/>
            <p:nvPr/>
          </p:nvSpPr>
          <p:spPr>
            <a:xfrm>
              <a:off x="7808850" y="460847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2715975" y="1669650"/>
            <a:ext cx="3711900" cy="180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9"/>
          <p:cNvGrpSpPr/>
          <p:nvPr/>
        </p:nvGrpSpPr>
        <p:grpSpPr>
          <a:xfrm>
            <a:off x="-2430785" y="-2233863"/>
            <a:ext cx="13336842" cy="9006394"/>
            <a:chOff x="-2430785" y="-2233863"/>
            <a:chExt cx="13336842" cy="9006394"/>
          </a:xfrm>
        </p:grpSpPr>
        <p:grpSp>
          <p:nvGrpSpPr>
            <p:cNvPr id="47" name="Google Shape;47;p9"/>
            <p:cNvGrpSpPr/>
            <p:nvPr/>
          </p:nvGrpSpPr>
          <p:grpSpPr>
            <a:xfrm>
              <a:off x="7188875" y="-2233863"/>
              <a:ext cx="3717182" cy="8794613"/>
              <a:chOff x="7188875" y="-2233863"/>
              <a:chExt cx="3717182" cy="8794613"/>
            </a:xfrm>
          </p:grpSpPr>
          <p:sp>
            <p:nvSpPr>
              <p:cNvPr id="48" name="Google Shape;48;p9"/>
              <p:cNvSpPr/>
              <p:nvPr/>
            </p:nvSpPr>
            <p:spPr>
              <a:xfrm>
                <a:off x="7188875" y="-2233863"/>
                <a:ext cx="3717182" cy="3318119"/>
              </a:xfrm>
              <a:custGeom>
                <a:avLst/>
                <a:gdLst/>
                <a:ahLst/>
                <a:cxnLst/>
                <a:rect l="l" t="t" r="r" b="b"/>
                <a:pathLst>
                  <a:path w="130416" h="116415" extrusionOk="0">
                    <a:moveTo>
                      <a:pt x="41316" y="66539"/>
                    </a:moveTo>
                    <a:cubicBezTo>
                      <a:pt x="47898" y="77381"/>
                      <a:pt x="53795" y="88642"/>
                      <a:pt x="59045" y="100208"/>
                    </a:cubicBezTo>
                    <a:cubicBezTo>
                      <a:pt x="55316" y="100017"/>
                      <a:pt x="51740" y="98952"/>
                      <a:pt x="48582" y="97050"/>
                    </a:cubicBezTo>
                    <a:cubicBezTo>
                      <a:pt x="43446" y="93968"/>
                      <a:pt x="40251" y="88909"/>
                      <a:pt x="39224" y="82441"/>
                    </a:cubicBezTo>
                    <a:cubicBezTo>
                      <a:pt x="38729" y="79322"/>
                      <a:pt x="39262" y="73387"/>
                      <a:pt x="41316" y="66539"/>
                    </a:cubicBezTo>
                    <a:close/>
                    <a:moveTo>
                      <a:pt x="12212" y="0"/>
                    </a:moveTo>
                    <a:lnTo>
                      <a:pt x="0" y="10538"/>
                    </a:lnTo>
                    <a:cubicBezTo>
                      <a:pt x="10881" y="23055"/>
                      <a:pt x="21076" y="36180"/>
                      <a:pt x="30511" y="49799"/>
                    </a:cubicBezTo>
                    <a:cubicBezTo>
                      <a:pt x="23930" y="63457"/>
                      <a:pt x="22066" y="77191"/>
                      <a:pt x="23283" y="84952"/>
                    </a:cubicBezTo>
                    <a:cubicBezTo>
                      <a:pt x="24995" y="96137"/>
                      <a:pt x="31044" y="105306"/>
                      <a:pt x="40213" y="110860"/>
                    </a:cubicBezTo>
                    <a:cubicBezTo>
                      <a:pt x="46279" y="114477"/>
                      <a:pt x="53203" y="116415"/>
                      <a:pt x="60247" y="116415"/>
                    </a:cubicBezTo>
                    <a:cubicBezTo>
                      <a:pt x="60315" y="116415"/>
                      <a:pt x="60384" y="116415"/>
                      <a:pt x="60452" y="116414"/>
                    </a:cubicBezTo>
                    <a:cubicBezTo>
                      <a:pt x="64789" y="116414"/>
                      <a:pt x="69088" y="115692"/>
                      <a:pt x="73197" y="114322"/>
                    </a:cubicBezTo>
                    <a:lnTo>
                      <a:pt x="81339" y="111545"/>
                    </a:lnTo>
                    <a:lnTo>
                      <a:pt x="78029" y="103594"/>
                    </a:lnTo>
                    <a:cubicBezTo>
                      <a:pt x="70192" y="84610"/>
                      <a:pt x="60642" y="66349"/>
                      <a:pt x="49457" y="49115"/>
                    </a:cubicBezTo>
                    <a:cubicBezTo>
                      <a:pt x="50979" y="46870"/>
                      <a:pt x="52615" y="44740"/>
                      <a:pt x="54441" y="42723"/>
                    </a:cubicBezTo>
                    <a:cubicBezTo>
                      <a:pt x="63342" y="32943"/>
                      <a:pt x="74618" y="27978"/>
                      <a:pt x="88028" y="27978"/>
                    </a:cubicBezTo>
                    <a:cubicBezTo>
                      <a:pt x="89119" y="27978"/>
                      <a:pt x="90225" y="28011"/>
                      <a:pt x="91344" y="28076"/>
                    </a:cubicBezTo>
                    <a:cubicBezTo>
                      <a:pt x="99067" y="28533"/>
                      <a:pt x="105991" y="32908"/>
                      <a:pt x="109758" y="39642"/>
                    </a:cubicBezTo>
                    <a:cubicBezTo>
                      <a:pt x="113258" y="45729"/>
                      <a:pt x="113562" y="52653"/>
                      <a:pt x="110518" y="58512"/>
                    </a:cubicBezTo>
                    <a:cubicBezTo>
                      <a:pt x="109073" y="61365"/>
                      <a:pt x="104774" y="66691"/>
                      <a:pt x="97736" y="68974"/>
                    </a:cubicBezTo>
                    <a:cubicBezTo>
                      <a:pt x="95635" y="69634"/>
                      <a:pt x="93471" y="69964"/>
                      <a:pt x="91248" y="69964"/>
                    </a:cubicBezTo>
                    <a:cubicBezTo>
                      <a:pt x="87070" y="69964"/>
                      <a:pt x="82687" y="68797"/>
                      <a:pt x="78143" y="66463"/>
                    </a:cubicBezTo>
                    <a:lnTo>
                      <a:pt x="70762" y="80767"/>
                    </a:lnTo>
                    <a:cubicBezTo>
                      <a:pt x="77581" y="84322"/>
                      <a:pt x="84524" y="86109"/>
                      <a:pt x="91276" y="86109"/>
                    </a:cubicBezTo>
                    <a:cubicBezTo>
                      <a:pt x="95147" y="86109"/>
                      <a:pt x="98956" y="85522"/>
                      <a:pt x="102643" y="84343"/>
                    </a:cubicBezTo>
                    <a:cubicBezTo>
                      <a:pt x="113942" y="80729"/>
                      <a:pt x="121551" y="72436"/>
                      <a:pt x="124899" y="65892"/>
                    </a:cubicBezTo>
                    <a:cubicBezTo>
                      <a:pt x="130416" y="55050"/>
                      <a:pt x="130035" y="42571"/>
                      <a:pt x="123758" y="31614"/>
                    </a:cubicBezTo>
                    <a:cubicBezTo>
                      <a:pt x="117290" y="20163"/>
                      <a:pt x="105420" y="12745"/>
                      <a:pt x="92295" y="11984"/>
                    </a:cubicBezTo>
                    <a:cubicBezTo>
                      <a:pt x="90887" y="11902"/>
                      <a:pt x="89491" y="11862"/>
                      <a:pt x="88110" y="11862"/>
                    </a:cubicBezTo>
                    <a:cubicBezTo>
                      <a:pt x="70119" y="11862"/>
                      <a:pt x="54437" y="18738"/>
                      <a:pt x="42495" y="31881"/>
                    </a:cubicBezTo>
                    <a:cubicBezTo>
                      <a:pt x="41582" y="32908"/>
                      <a:pt x="40707" y="33935"/>
                      <a:pt x="39870" y="35000"/>
                    </a:cubicBezTo>
                    <a:cubicBezTo>
                      <a:pt x="31691" y="23511"/>
                      <a:pt x="22522" y="11946"/>
                      <a:pt x="122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9"/>
              <p:cNvSpPr/>
              <p:nvPr/>
            </p:nvSpPr>
            <p:spPr>
              <a:xfrm>
                <a:off x="7905988" y="3890450"/>
                <a:ext cx="2670300" cy="2670300"/>
              </a:xfrm>
              <a:prstGeom prst="ellipse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" name="Google Shape;50;p9"/>
            <p:cNvSpPr/>
            <p:nvPr/>
          </p:nvSpPr>
          <p:spPr>
            <a:xfrm rot="4499983">
              <a:off x="-2968866" y="2635107"/>
              <a:ext cx="5009365" cy="2729675"/>
            </a:xfrm>
            <a:custGeom>
              <a:avLst/>
              <a:gdLst/>
              <a:ahLst/>
              <a:cxnLst/>
              <a:rect l="l" t="t" r="r" b="b"/>
              <a:pathLst>
                <a:path w="162576" h="88590" extrusionOk="0">
                  <a:moveTo>
                    <a:pt x="65675" y="14461"/>
                  </a:moveTo>
                  <a:cubicBezTo>
                    <a:pt x="67989" y="14461"/>
                    <a:pt x="70251" y="15040"/>
                    <a:pt x="72245" y="16200"/>
                  </a:cubicBezTo>
                  <a:cubicBezTo>
                    <a:pt x="74656" y="17598"/>
                    <a:pt x="76489" y="20492"/>
                    <a:pt x="76923" y="23627"/>
                  </a:cubicBezTo>
                  <a:cubicBezTo>
                    <a:pt x="77116" y="24977"/>
                    <a:pt x="77212" y="27485"/>
                    <a:pt x="75524" y="29269"/>
                  </a:cubicBezTo>
                  <a:cubicBezTo>
                    <a:pt x="72631" y="32356"/>
                    <a:pt x="66651" y="32694"/>
                    <a:pt x="60719" y="32790"/>
                  </a:cubicBezTo>
                  <a:cubicBezTo>
                    <a:pt x="54111" y="32886"/>
                    <a:pt x="48469" y="32983"/>
                    <a:pt x="43212" y="33031"/>
                  </a:cubicBezTo>
                  <a:cubicBezTo>
                    <a:pt x="44948" y="27196"/>
                    <a:pt x="48517" y="22083"/>
                    <a:pt x="53436" y="18466"/>
                  </a:cubicBezTo>
                  <a:cubicBezTo>
                    <a:pt x="56909" y="15910"/>
                    <a:pt x="61104" y="14512"/>
                    <a:pt x="65397" y="14463"/>
                  </a:cubicBezTo>
                  <a:cubicBezTo>
                    <a:pt x="65489" y="14462"/>
                    <a:pt x="65582" y="14461"/>
                    <a:pt x="65675" y="14461"/>
                  </a:cubicBezTo>
                  <a:close/>
                  <a:moveTo>
                    <a:pt x="65444" y="0"/>
                  </a:moveTo>
                  <a:cubicBezTo>
                    <a:pt x="58502" y="0"/>
                    <a:pt x="51251" y="2273"/>
                    <a:pt x="45045" y="6699"/>
                  </a:cubicBezTo>
                  <a:cubicBezTo>
                    <a:pt x="36412" y="12824"/>
                    <a:pt x="30576" y="22566"/>
                    <a:pt x="28358" y="33176"/>
                  </a:cubicBezTo>
                  <a:cubicBezTo>
                    <a:pt x="20111" y="33176"/>
                    <a:pt x="11526" y="33128"/>
                    <a:pt x="193" y="32983"/>
                  </a:cubicBezTo>
                  <a:lnTo>
                    <a:pt x="0" y="47451"/>
                  </a:lnTo>
                  <a:cubicBezTo>
                    <a:pt x="11141" y="47596"/>
                    <a:pt x="19629" y="47596"/>
                    <a:pt x="27731" y="47596"/>
                  </a:cubicBezTo>
                  <a:cubicBezTo>
                    <a:pt x="27972" y="49911"/>
                    <a:pt x="28454" y="52178"/>
                    <a:pt x="29081" y="54396"/>
                  </a:cubicBezTo>
                  <a:cubicBezTo>
                    <a:pt x="34145" y="71710"/>
                    <a:pt x="49578" y="85551"/>
                    <a:pt x="66602" y="88107"/>
                  </a:cubicBezTo>
                  <a:cubicBezTo>
                    <a:pt x="68821" y="88445"/>
                    <a:pt x="71039" y="88590"/>
                    <a:pt x="73258" y="88590"/>
                  </a:cubicBezTo>
                  <a:cubicBezTo>
                    <a:pt x="83916" y="88590"/>
                    <a:pt x="92356" y="84297"/>
                    <a:pt x="98481" y="75761"/>
                  </a:cubicBezTo>
                  <a:cubicBezTo>
                    <a:pt x="104220" y="67707"/>
                    <a:pt x="106872" y="57097"/>
                    <a:pt x="109187" y="47741"/>
                  </a:cubicBezTo>
                  <a:cubicBezTo>
                    <a:pt x="110779" y="41326"/>
                    <a:pt x="112274" y="35298"/>
                    <a:pt x="114396" y="31633"/>
                  </a:cubicBezTo>
                  <a:cubicBezTo>
                    <a:pt x="114848" y="31331"/>
                    <a:pt x="115375" y="31180"/>
                    <a:pt x="115919" y="31180"/>
                  </a:cubicBezTo>
                  <a:cubicBezTo>
                    <a:pt x="116246" y="31180"/>
                    <a:pt x="116578" y="31235"/>
                    <a:pt x="116904" y="31343"/>
                  </a:cubicBezTo>
                  <a:cubicBezTo>
                    <a:pt x="117627" y="31584"/>
                    <a:pt x="118640" y="32211"/>
                    <a:pt x="118833" y="34526"/>
                  </a:cubicBezTo>
                  <a:cubicBezTo>
                    <a:pt x="119846" y="48416"/>
                    <a:pt x="123848" y="57820"/>
                    <a:pt x="130986" y="63222"/>
                  </a:cubicBezTo>
                  <a:cubicBezTo>
                    <a:pt x="135953" y="67011"/>
                    <a:pt x="141585" y="68122"/>
                    <a:pt x="146816" y="68122"/>
                  </a:cubicBezTo>
                  <a:cubicBezTo>
                    <a:pt x="151439" y="68122"/>
                    <a:pt x="155748" y="67254"/>
                    <a:pt x="159006" y="66598"/>
                  </a:cubicBezTo>
                  <a:cubicBezTo>
                    <a:pt x="160357" y="66308"/>
                    <a:pt x="161611" y="66067"/>
                    <a:pt x="162575" y="65971"/>
                  </a:cubicBezTo>
                  <a:lnTo>
                    <a:pt x="160646" y="51599"/>
                  </a:lnTo>
                  <a:cubicBezTo>
                    <a:pt x="159247" y="51792"/>
                    <a:pt x="157752" y="52081"/>
                    <a:pt x="156161" y="52419"/>
                  </a:cubicBezTo>
                  <a:cubicBezTo>
                    <a:pt x="153245" y="53012"/>
                    <a:pt x="149941" y="53675"/>
                    <a:pt x="146865" y="53675"/>
                  </a:cubicBezTo>
                  <a:cubicBezTo>
                    <a:pt x="144193" y="53675"/>
                    <a:pt x="141692" y="53175"/>
                    <a:pt x="139764" y="51695"/>
                  </a:cubicBezTo>
                  <a:cubicBezTo>
                    <a:pt x="136195" y="48995"/>
                    <a:pt x="133976" y="42677"/>
                    <a:pt x="133253" y="33417"/>
                  </a:cubicBezTo>
                  <a:cubicBezTo>
                    <a:pt x="132674" y="25122"/>
                    <a:pt x="127514" y="18900"/>
                    <a:pt x="119846" y="17164"/>
                  </a:cubicBezTo>
                  <a:cubicBezTo>
                    <a:pt x="118519" y="16863"/>
                    <a:pt x="117187" y="16718"/>
                    <a:pt x="115877" y="16718"/>
                  </a:cubicBezTo>
                  <a:cubicBezTo>
                    <a:pt x="110040" y="16718"/>
                    <a:pt x="104613" y="19594"/>
                    <a:pt x="101857" y="24398"/>
                  </a:cubicBezTo>
                  <a:cubicBezTo>
                    <a:pt x="98770" y="29800"/>
                    <a:pt x="96986" y="36841"/>
                    <a:pt x="95153" y="44268"/>
                  </a:cubicBezTo>
                  <a:cubicBezTo>
                    <a:pt x="90239" y="64010"/>
                    <a:pt x="86188" y="74146"/>
                    <a:pt x="73278" y="74146"/>
                  </a:cubicBezTo>
                  <a:cubicBezTo>
                    <a:pt x="71870" y="74146"/>
                    <a:pt x="70356" y="74026"/>
                    <a:pt x="68724" y="73784"/>
                  </a:cubicBezTo>
                  <a:cubicBezTo>
                    <a:pt x="57101" y="72096"/>
                    <a:pt x="46491" y="62450"/>
                    <a:pt x="42971" y="50393"/>
                  </a:cubicBezTo>
                  <a:cubicBezTo>
                    <a:pt x="42730" y="49429"/>
                    <a:pt x="42489" y="48512"/>
                    <a:pt x="42296" y="47548"/>
                  </a:cubicBezTo>
                  <a:cubicBezTo>
                    <a:pt x="47890" y="47451"/>
                    <a:pt x="53918" y="47403"/>
                    <a:pt x="61008" y="47258"/>
                  </a:cubicBezTo>
                  <a:cubicBezTo>
                    <a:pt x="69592" y="47114"/>
                    <a:pt x="79334" y="46342"/>
                    <a:pt x="86134" y="39156"/>
                  </a:cubicBezTo>
                  <a:cubicBezTo>
                    <a:pt x="90378" y="34671"/>
                    <a:pt x="92259" y="28257"/>
                    <a:pt x="91295" y="21601"/>
                  </a:cubicBezTo>
                  <a:cubicBezTo>
                    <a:pt x="90234" y="14078"/>
                    <a:pt x="85893" y="7374"/>
                    <a:pt x="79672" y="3709"/>
                  </a:cubicBezTo>
                  <a:cubicBezTo>
                    <a:pt x="75450" y="1221"/>
                    <a:pt x="70530" y="0"/>
                    <a:pt x="65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2059750" y="1862325"/>
            <a:ext cx="5024700" cy="23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2059675" y="1017725"/>
            <a:ext cx="502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DM Sans"/>
              <a:buNone/>
              <a:defRPr sz="30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774750" y="2199425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2"/>
          </p:nvPr>
        </p:nvSpPr>
        <p:spPr>
          <a:xfrm>
            <a:off x="774750" y="4048725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3"/>
          </p:nvPr>
        </p:nvSpPr>
        <p:spPr>
          <a:xfrm>
            <a:off x="3328362" y="4048725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4"/>
          </p:nvPr>
        </p:nvSpPr>
        <p:spPr>
          <a:xfrm>
            <a:off x="3328391" y="2199425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5" hasCustomPrompt="1"/>
          </p:nvPr>
        </p:nvSpPr>
        <p:spPr>
          <a:xfrm>
            <a:off x="1650625" y="1203175"/>
            <a:ext cx="7356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6" hasCustomPrompt="1"/>
          </p:nvPr>
        </p:nvSpPr>
        <p:spPr>
          <a:xfrm>
            <a:off x="4204225" y="3051125"/>
            <a:ext cx="7356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7" hasCustomPrompt="1"/>
          </p:nvPr>
        </p:nvSpPr>
        <p:spPr>
          <a:xfrm>
            <a:off x="1650625" y="3051125"/>
            <a:ext cx="7356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8" hasCustomPrompt="1"/>
          </p:nvPr>
        </p:nvSpPr>
        <p:spPr>
          <a:xfrm>
            <a:off x="4204225" y="1203175"/>
            <a:ext cx="7356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5881950" y="4048725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5881950" y="2199425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4" hasCustomPrompt="1"/>
          </p:nvPr>
        </p:nvSpPr>
        <p:spPr>
          <a:xfrm>
            <a:off x="6757850" y="3051125"/>
            <a:ext cx="7356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 hasCustomPrompt="1"/>
          </p:nvPr>
        </p:nvSpPr>
        <p:spPr>
          <a:xfrm>
            <a:off x="6757850" y="1203175"/>
            <a:ext cx="7356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ctor"/>
              <a:buNone/>
              <a:defRPr sz="3000">
                <a:latin typeface="Actor"/>
                <a:ea typeface="Actor"/>
                <a:cs typeface="Actor"/>
                <a:sym typeface="Actor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6"/>
          </p:nvPr>
        </p:nvSpPr>
        <p:spPr>
          <a:xfrm>
            <a:off x="774750" y="1918025"/>
            <a:ext cx="24873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7"/>
          </p:nvPr>
        </p:nvSpPr>
        <p:spPr>
          <a:xfrm>
            <a:off x="774750" y="3767321"/>
            <a:ext cx="24873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8"/>
          </p:nvPr>
        </p:nvSpPr>
        <p:spPr>
          <a:xfrm>
            <a:off x="3328391" y="3767321"/>
            <a:ext cx="24873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9"/>
          </p:nvPr>
        </p:nvSpPr>
        <p:spPr>
          <a:xfrm>
            <a:off x="3328362" y="1918025"/>
            <a:ext cx="24873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0"/>
          </p:nvPr>
        </p:nvSpPr>
        <p:spPr>
          <a:xfrm>
            <a:off x="5881950" y="3767321"/>
            <a:ext cx="24873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21"/>
          </p:nvPr>
        </p:nvSpPr>
        <p:spPr>
          <a:xfrm>
            <a:off x="5881950" y="1918025"/>
            <a:ext cx="24873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idact Gothic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idact Gothic"/>
              <a:buNone/>
              <a:defRPr sz="2400"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grpSp>
        <p:nvGrpSpPr>
          <p:cNvPr id="80" name="Google Shape;80;p13"/>
          <p:cNvGrpSpPr/>
          <p:nvPr/>
        </p:nvGrpSpPr>
        <p:grpSpPr>
          <a:xfrm>
            <a:off x="-2808950" y="-1344450"/>
            <a:ext cx="15015807" cy="7782075"/>
            <a:chOff x="-2808950" y="-1344450"/>
            <a:chExt cx="15015807" cy="7782075"/>
          </a:xfrm>
        </p:grpSpPr>
        <p:sp>
          <p:nvSpPr>
            <p:cNvPr id="81" name="Google Shape;81;p13"/>
            <p:cNvSpPr/>
            <p:nvPr/>
          </p:nvSpPr>
          <p:spPr>
            <a:xfrm>
              <a:off x="-1895550" y="376732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 flipH="1">
              <a:off x="8489675" y="2772125"/>
              <a:ext cx="3717182" cy="3318119"/>
            </a:xfrm>
            <a:custGeom>
              <a:avLst/>
              <a:gdLst/>
              <a:ahLst/>
              <a:cxnLst/>
              <a:rect l="l" t="t" r="r" b="b"/>
              <a:pathLst>
                <a:path w="130416" h="116415" extrusionOk="0">
                  <a:moveTo>
                    <a:pt x="41316" y="66539"/>
                  </a:moveTo>
                  <a:cubicBezTo>
                    <a:pt x="47898" y="77381"/>
                    <a:pt x="53795" y="88642"/>
                    <a:pt x="59045" y="100208"/>
                  </a:cubicBezTo>
                  <a:cubicBezTo>
                    <a:pt x="55316" y="100017"/>
                    <a:pt x="51740" y="98952"/>
                    <a:pt x="48582" y="97050"/>
                  </a:cubicBezTo>
                  <a:cubicBezTo>
                    <a:pt x="43446" y="93968"/>
                    <a:pt x="40251" y="88909"/>
                    <a:pt x="39224" y="82441"/>
                  </a:cubicBezTo>
                  <a:cubicBezTo>
                    <a:pt x="38729" y="79322"/>
                    <a:pt x="39262" y="73387"/>
                    <a:pt x="41316" y="66539"/>
                  </a:cubicBezTo>
                  <a:close/>
                  <a:moveTo>
                    <a:pt x="12212" y="0"/>
                  </a:moveTo>
                  <a:lnTo>
                    <a:pt x="0" y="10538"/>
                  </a:lnTo>
                  <a:cubicBezTo>
                    <a:pt x="10881" y="23055"/>
                    <a:pt x="21076" y="36180"/>
                    <a:pt x="30511" y="49799"/>
                  </a:cubicBezTo>
                  <a:cubicBezTo>
                    <a:pt x="23930" y="63457"/>
                    <a:pt x="22066" y="77191"/>
                    <a:pt x="23283" y="84952"/>
                  </a:cubicBezTo>
                  <a:cubicBezTo>
                    <a:pt x="24995" y="96137"/>
                    <a:pt x="31044" y="105306"/>
                    <a:pt x="40213" y="110860"/>
                  </a:cubicBezTo>
                  <a:cubicBezTo>
                    <a:pt x="46279" y="114477"/>
                    <a:pt x="53203" y="116415"/>
                    <a:pt x="60247" y="116415"/>
                  </a:cubicBezTo>
                  <a:cubicBezTo>
                    <a:pt x="60315" y="116415"/>
                    <a:pt x="60384" y="116415"/>
                    <a:pt x="60452" y="116414"/>
                  </a:cubicBezTo>
                  <a:cubicBezTo>
                    <a:pt x="64789" y="116414"/>
                    <a:pt x="69088" y="115692"/>
                    <a:pt x="73197" y="114322"/>
                  </a:cubicBezTo>
                  <a:lnTo>
                    <a:pt x="81339" y="111545"/>
                  </a:lnTo>
                  <a:lnTo>
                    <a:pt x="78029" y="103594"/>
                  </a:lnTo>
                  <a:cubicBezTo>
                    <a:pt x="70192" y="84610"/>
                    <a:pt x="60642" y="66349"/>
                    <a:pt x="49457" y="49115"/>
                  </a:cubicBezTo>
                  <a:cubicBezTo>
                    <a:pt x="50979" y="46870"/>
                    <a:pt x="52615" y="44740"/>
                    <a:pt x="54441" y="42723"/>
                  </a:cubicBezTo>
                  <a:cubicBezTo>
                    <a:pt x="63342" y="32943"/>
                    <a:pt x="74618" y="27978"/>
                    <a:pt x="88028" y="27978"/>
                  </a:cubicBezTo>
                  <a:cubicBezTo>
                    <a:pt x="89119" y="27978"/>
                    <a:pt x="90225" y="28011"/>
                    <a:pt x="91344" y="28076"/>
                  </a:cubicBezTo>
                  <a:cubicBezTo>
                    <a:pt x="99067" y="28533"/>
                    <a:pt x="105991" y="32908"/>
                    <a:pt x="109758" y="39642"/>
                  </a:cubicBezTo>
                  <a:cubicBezTo>
                    <a:pt x="113258" y="45729"/>
                    <a:pt x="113562" y="52653"/>
                    <a:pt x="110518" y="58512"/>
                  </a:cubicBezTo>
                  <a:cubicBezTo>
                    <a:pt x="109073" y="61365"/>
                    <a:pt x="104774" y="66691"/>
                    <a:pt x="97736" y="68974"/>
                  </a:cubicBezTo>
                  <a:cubicBezTo>
                    <a:pt x="95635" y="69634"/>
                    <a:pt x="93471" y="69964"/>
                    <a:pt x="91248" y="69964"/>
                  </a:cubicBezTo>
                  <a:cubicBezTo>
                    <a:pt x="87070" y="69964"/>
                    <a:pt x="82687" y="68797"/>
                    <a:pt x="78143" y="66463"/>
                  </a:cubicBezTo>
                  <a:lnTo>
                    <a:pt x="70762" y="80767"/>
                  </a:lnTo>
                  <a:cubicBezTo>
                    <a:pt x="77581" y="84322"/>
                    <a:pt x="84524" y="86109"/>
                    <a:pt x="91276" y="86109"/>
                  </a:cubicBezTo>
                  <a:cubicBezTo>
                    <a:pt x="95147" y="86109"/>
                    <a:pt x="98956" y="85522"/>
                    <a:pt x="102643" y="84343"/>
                  </a:cubicBezTo>
                  <a:cubicBezTo>
                    <a:pt x="113942" y="80729"/>
                    <a:pt x="121551" y="72436"/>
                    <a:pt x="124899" y="65892"/>
                  </a:cubicBezTo>
                  <a:cubicBezTo>
                    <a:pt x="130416" y="55050"/>
                    <a:pt x="130035" y="42571"/>
                    <a:pt x="123758" y="31614"/>
                  </a:cubicBezTo>
                  <a:cubicBezTo>
                    <a:pt x="117290" y="20163"/>
                    <a:pt x="105420" y="12745"/>
                    <a:pt x="92295" y="11984"/>
                  </a:cubicBezTo>
                  <a:cubicBezTo>
                    <a:pt x="90887" y="11902"/>
                    <a:pt x="89491" y="11862"/>
                    <a:pt x="88110" y="11862"/>
                  </a:cubicBezTo>
                  <a:cubicBezTo>
                    <a:pt x="70119" y="11862"/>
                    <a:pt x="54437" y="18738"/>
                    <a:pt x="42495" y="31881"/>
                  </a:cubicBezTo>
                  <a:cubicBezTo>
                    <a:pt x="41582" y="32908"/>
                    <a:pt x="40707" y="33935"/>
                    <a:pt x="39870" y="35000"/>
                  </a:cubicBezTo>
                  <a:cubicBezTo>
                    <a:pt x="31691" y="23511"/>
                    <a:pt x="22522" y="11946"/>
                    <a:pt x="12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 flipH="1">
              <a:off x="-2808950" y="-1344450"/>
              <a:ext cx="3717182" cy="3318119"/>
            </a:xfrm>
            <a:custGeom>
              <a:avLst/>
              <a:gdLst/>
              <a:ahLst/>
              <a:cxnLst/>
              <a:rect l="l" t="t" r="r" b="b"/>
              <a:pathLst>
                <a:path w="130416" h="116415" extrusionOk="0">
                  <a:moveTo>
                    <a:pt x="41316" y="66539"/>
                  </a:moveTo>
                  <a:cubicBezTo>
                    <a:pt x="47898" y="77381"/>
                    <a:pt x="53795" y="88642"/>
                    <a:pt x="59045" y="100208"/>
                  </a:cubicBezTo>
                  <a:cubicBezTo>
                    <a:pt x="55316" y="100017"/>
                    <a:pt x="51740" y="98952"/>
                    <a:pt x="48582" y="97050"/>
                  </a:cubicBezTo>
                  <a:cubicBezTo>
                    <a:pt x="43446" y="93968"/>
                    <a:pt x="40251" y="88909"/>
                    <a:pt x="39224" y="82441"/>
                  </a:cubicBezTo>
                  <a:cubicBezTo>
                    <a:pt x="38729" y="79322"/>
                    <a:pt x="39262" y="73387"/>
                    <a:pt x="41316" y="66539"/>
                  </a:cubicBezTo>
                  <a:close/>
                  <a:moveTo>
                    <a:pt x="12212" y="0"/>
                  </a:moveTo>
                  <a:lnTo>
                    <a:pt x="0" y="10538"/>
                  </a:lnTo>
                  <a:cubicBezTo>
                    <a:pt x="10881" y="23055"/>
                    <a:pt x="21076" y="36180"/>
                    <a:pt x="30511" y="49799"/>
                  </a:cubicBezTo>
                  <a:cubicBezTo>
                    <a:pt x="23930" y="63457"/>
                    <a:pt x="22066" y="77191"/>
                    <a:pt x="23283" y="84952"/>
                  </a:cubicBezTo>
                  <a:cubicBezTo>
                    <a:pt x="24995" y="96137"/>
                    <a:pt x="31044" y="105306"/>
                    <a:pt x="40213" y="110860"/>
                  </a:cubicBezTo>
                  <a:cubicBezTo>
                    <a:pt x="46279" y="114477"/>
                    <a:pt x="53203" y="116415"/>
                    <a:pt x="60247" y="116415"/>
                  </a:cubicBezTo>
                  <a:cubicBezTo>
                    <a:pt x="60315" y="116415"/>
                    <a:pt x="60384" y="116415"/>
                    <a:pt x="60452" y="116414"/>
                  </a:cubicBezTo>
                  <a:cubicBezTo>
                    <a:pt x="64789" y="116414"/>
                    <a:pt x="69088" y="115692"/>
                    <a:pt x="73197" y="114322"/>
                  </a:cubicBezTo>
                  <a:lnTo>
                    <a:pt x="81339" y="111545"/>
                  </a:lnTo>
                  <a:lnTo>
                    <a:pt x="78029" y="103594"/>
                  </a:lnTo>
                  <a:cubicBezTo>
                    <a:pt x="70192" y="84610"/>
                    <a:pt x="60642" y="66349"/>
                    <a:pt x="49457" y="49115"/>
                  </a:cubicBezTo>
                  <a:cubicBezTo>
                    <a:pt x="50979" y="46870"/>
                    <a:pt x="52615" y="44740"/>
                    <a:pt x="54441" y="42723"/>
                  </a:cubicBezTo>
                  <a:cubicBezTo>
                    <a:pt x="63342" y="32943"/>
                    <a:pt x="74618" y="27978"/>
                    <a:pt x="88028" y="27978"/>
                  </a:cubicBezTo>
                  <a:cubicBezTo>
                    <a:pt x="89119" y="27978"/>
                    <a:pt x="90225" y="28011"/>
                    <a:pt x="91344" y="28076"/>
                  </a:cubicBezTo>
                  <a:cubicBezTo>
                    <a:pt x="99067" y="28533"/>
                    <a:pt x="105991" y="32908"/>
                    <a:pt x="109758" y="39642"/>
                  </a:cubicBezTo>
                  <a:cubicBezTo>
                    <a:pt x="113258" y="45729"/>
                    <a:pt x="113562" y="52653"/>
                    <a:pt x="110518" y="58512"/>
                  </a:cubicBezTo>
                  <a:cubicBezTo>
                    <a:pt x="109073" y="61365"/>
                    <a:pt x="104774" y="66691"/>
                    <a:pt x="97736" y="68974"/>
                  </a:cubicBezTo>
                  <a:cubicBezTo>
                    <a:pt x="95635" y="69634"/>
                    <a:pt x="93471" y="69964"/>
                    <a:pt x="91248" y="69964"/>
                  </a:cubicBezTo>
                  <a:cubicBezTo>
                    <a:pt x="87070" y="69964"/>
                    <a:pt x="82687" y="68797"/>
                    <a:pt x="78143" y="66463"/>
                  </a:cubicBezTo>
                  <a:lnTo>
                    <a:pt x="70762" y="80767"/>
                  </a:lnTo>
                  <a:cubicBezTo>
                    <a:pt x="77581" y="84322"/>
                    <a:pt x="84524" y="86109"/>
                    <a:pt x="91276" y="86109"/>
                  </a:cubicBezTo>
                  <a:cubicBezTo>
                    <a:pt x="95147" y="86109"/>
                    <a:pt x="98956" y="85522"/>
                    <a:pt x="102643" y="84343"/>
                  </a:cubicBezTo>
                  <a:cubicBezTo>
                    <a:pt x="113942" y="80729"/>
                    <a:pt x="121551" y="72436"/>
                    <a:pt x="124899" y="65892"/>
                  </a:cubicBezTo>
                  <a:cubicBezTo>
                    <a:pt x="130416" y="55050"/>
                    <a:pt x="130035" y="42571"/>
                    <a:pt x="123758" y="31614"/>
                  </a:cubicBezTo>
                  <a:cubicBezTo>
                    <a:pt x="117290" y="20163"/>
                    <a:pt x="105420" y="12745"/>
                    <a:pt x="92295" y="11984"/>
                  </a:cubicBezTo>
                  <a:cubicBezTo>
                    <a:pt x="90887" y="11902"/>
                    <a:pt x="89491" y="11862"/>
                    <a:pt x="88110" y="11862"/>
                  </a:cubicBezTo>
                  <a:cubicBezTo>
                    <a:pt x="70119" y="11862"/>
                    <a:pt x="54437" y="18738"/>
                    <a:pt x="42495" y="31881"/>
                  </a:cubicBezTo>
                  <a:cubicBezTo>
                    <a:pt x="41582" y="32908"/>
                    <a:pt x="40707" y="33935"/>
                    <a:pt x="39870" y="35000"/>
                  </a:cubicBezTo>
                  <a:cubicBezTo>
                    <a:pt x="31691" y="23511"/>
                    <a:pt x="22522" y="11946"/>
                    <a:pt x="12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8424000" y="-13351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1794917" y="3649103"/>
            <a:ext cx="55542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1794875" y="1024600"/>
            <a:ext cx="5554200" cy="22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23"/>
          <p:cNvGrpSpPr/>
          <p:nvPr/>
        </p:nvGrpSpPr>
        <p:grpSpPr>
          <a:xfrm>
            <a:off x="-2090021" y="-1335150"/>
            <a:ext cx="13184321" cy="8099905"/>
            <a:chOff x="-2090021" y="-1335150"/>
            <a:chExt cx="13184321" cy="8099905"/>
          </a:xfrm>
        </p:grpSpPr>
        <p:sp>
          <p:nvSpPr>
            <p:cNvPr id="133" name="Google Shape;133;p23"/>
            <p:cNvSpPr/>
            <p:nvPr/>
          </p:nvSpPr>
          <p:spPr>
            <a:xfrm>
              <a:off x="-1893500" y="-13351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3"/>
            <p:cNvSpPr/>
            <p:nvPr/>
          </p:nvSpPr>
          <p:spPr>
            <a:xfrm>
              <a:off x="8424000" y="386107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3"/>
            <p:cNvSpPr/>
            <p:nvPr/>
          </p:nvSpPr>
          <p:spPr>
            <a:xfrm>
              <a:off x="-2090021" y="4035075"/>
              <a:ext cx="5009373" cy="2729679"/>
            </a:xfrm>
            <a:custGeom>
              <a:avLst/>
              <a:gdLst/>
              <a:ahLst/>
              <a:cxnLst/>
              <a:rect l="l" t="t" r="r" b="b"/>
              <a:pathLst>
                <a:path w="162576" h="88590" extrusionOk="0">
                  <a:moveTo>
                    <a:pt x="65675" y="14461"/>
                  </a:moveTo>
                  <a:cubicBezTo>
                    <a:pt x="67989" y="14461"/>
                    <a:pt x="70251" y="15040"/>
                    <a:pt x="72245" y="16200"/>
                  </a:cubicBezTo>
                  <a:cubicBezTo>
                    <a:pt x="74656" y="17598"/>
                    <a:pt x="76489" y="20492"/>
                    <a:pt x="76923" y="23627"/>
                  </a:cubicBezTo>
                  <a:cubicBezTo>
                    <a:pt x="77116" y="24977"/>
                    <a:pt x="77212" y="27485"/>
                    <a:pt x="75524" y="29269"/>
                  </a:cubicBezTo>
                  <a:cubicBezTo>
                    <a:pt x="72631" y="32356"/>
                    <a:pt x="66651" y="32694"/>
                    <a:pt x="60719" y="32790"/>
                  </a:cubicBezTo>
                  <a:cubicBezTo>
                    <a:pt x="54111" y="32886"/>
                    <a:pt x="48469" y="32983"/>
                    <a:pt x="43212" y="33031"/>
                  </a:cubicBezTo>
                  <a:cubicBezTo>
                    <a:pt x="44948" y="27196"/>
                    <a:pt x="48517" y="22083"/>
                    <a:pt x="53436" y="18466"/>
                  </a:cubicBezTo>
                  <a:cubicBezTo>
                    <a:pt x="56909" y="15910"/>
                    <a:pt x="61104" y="14512"/>
                    <a:pt x="65397" y="14463"/>
                  </a:cubicBezTo>
                  <a:cubicBezTo>
                    <a:pt x="65489" y="14462"/>
                    <a:pt x="65582" y="14461"/>
                    <a:pt x="65675" y="14461"/>
                  </a:cubicBezTo>
                  <a:close/>
                  <a:moveTo>
                    <a:pt x="65444" y="0"/>
                  </a:moveTo>
                  <a:cubicBezTo>
                    <a:pt x="58502" y="0"/>
                    <a:pt x="51251" y="2273"/>
                    <a:pt x="45045" y="6699"/>
                  </a:cubicBezTo>
                  <a:cubicBezTo>
                    <a:pt x="36412" y="12824"/>
                    <a:pt x="30576" y="22566"/>
                    <a:pt x="28358" y="33176"/>
                  </a:cubicBezTo>
                  <a:cubicBezTo>
                    <a:pt x="20111" y="33176"/>
                    <a:pt x="11526" y="33128"/>
                    <a:pt x="193" y="32983"/>
                  </a:cubicBezTo>
                  <a:lnTo>
                    <a:pt x="0" y="47451"/>
                  </a:lnTo>
                  <a:cubicBezTo>
                    <a:pt x="11141" y="47596"/>
                    <a:pt x="19629" y="47596"/>
                    <a:pt x="27731" y="47596"/>
                  </a:cubicBezTo>
                  <a:cubicBezTo>
                    <a:pt x="27972" y="49911"/>
                    <a:pt x="28454" y="52178"/>
                    <a:pt x="29081" y="54396"/>
                  </a:cubicBezTo>
                  <a:cubicBezTo>
                    <a:pt x="34145" y="71710"/>
                    <a:pt x="49578" y="85551"/>
                    <a:pt x="66602" y="88107"/>
                  </a:cubicBezTo>
                  <a:cubicBezTo>
                    <a:pt x="68821" y="88445"/>
                    <a:pt x="71039" y="88590"/>
                    <a:pt x="73258" y="88590"/>
                  </a:cubicBezTo>
                  <a:cubicBezTo>
                    <a:pt x="83916" y="88590"/>
                    <a:pt x="92356" y="84297"/>
                    <a:pt x="98481" y="75761"/>
                  </a:cubicBezTo>
                  <a:cubicBezTo>
                    <a:pt x="104220" y="67707"/>
                    <a:pt x="106872" y="57097"/>
                    <a:pt x="109187" y="47741"/>
                  </a:cubicBezTo>
                  <a:cubicBezTo>
                    <a:pt x="110779" y="41326"/>
                    <a:pt x="112274" y="35298"/>
                    <a:pt x="114396" y="31633"/>
                  </a:cubicBezTo>
                  <a:cubicBezTo>
                    <a:pt x="114848" y="31331"/>
                    <a:pt x="115375" y="31180"/>
                    <a:pt x="115919" y="31180"/>
                  </a:cubicBezTo>
                  <a:cubicBezTo>
                    <a:pt x="116246" y="31180"/>
                    <a:pt x="116578" y="31235"/>
                    <a:pt x="116904" y="31343"/>
                  </a:cubicBezTo>
                  <a:cubicBezTo>
                    <a:pt x="117627" y="31584"/>
                    <a:pt x="118640" y="32211"/>
                    <a:pt x="118833" y="34526"/>
                  </a:cubicBezTo>
                  <a:cubicBezTo>
                    <a:pt x="119846" y="48416"/>
                    <a:pt x="123848" y="57820"/>
                    <a:pt x="130986" y="63222"/>
                  </a:cubicBezTo>
                  <a:cubicBezTo>
                    <a:pt x="135953" y="67011"/>
                    <a:pt x="141585" y="68122"/>
                    <a:pt x="146816" y="68122"/>
                  </a:cubicBezTo>
                  <a:cubicBezTo>
                    <a:pt x="151439" y="68122"/>
                    <a:pt x="155748" y="67254"/>
                    <a:pt x="159006" y="66598"/>
                  </a:cubicBezTo>
                  <a:cubicBezTo>
                    <a:pt x="160357" y="66308"/>
                    <a:pt x="161611" y="66067"/>
                    <a:pt x="162575" y="65971"/>
                  </a:cubicBezTo>
                  <a:lnTo>
                    <a:pt x="160646" y="51599"/>
                  </a:lnTo>
                  <a:cubicBezTo>
                    <a:pt x="159247" y="51792"/>
                    <a:pt x="157752" y="52081"/>
                    <a:pt x="156161" y="52419"/>
                  </a:cubicBezTo>
                  <a:cubicBezTo>
                    <a:pt x="153245" y="53012"/>
                    <a:pt x="149941" y="53675"/>
                    <a:pt x="146865" y="53675"/>
                  </a:cubicBezTo>
                  <a:cubicBezTo>
                    <a:pt x="144193" y="53675"/>
                    <a:pt x="141692" y="53175"/>
                    <a:pt x="139764" y="51695"/>
                  </a:cubicBezTo>
                  <a:cubicBezTo>
                    <a:pt x="136195" y="48995"/>
                    <a:pt x="133976" y="42677"/>
                    <a:pt x="133253" y="33417"/>
                  </a:cubicBezTo>
                  <a:cubicBezTo>
                    <a:pt x="132674" y="25122"/>
                    <a:pt x="127514" y="18900"/>
                    <a:pt x="119846" y="17164"/>
                  </a:cubicBezTo>
                  <a:cubicBezTo>
                    <a:pt x="118519" y="16863"/>
                    <a:pt x="117187" y="16718"/>
                    <a:pt x="115877" y="16718"/>
                  </a:cubicBezTo>
                  <a:cubicBezTo>
                    <a:pt x="110040" y="16718"/>
                    <a:pt x="104613" y="19594"/>
                    <a:pt x="101857" y="24398"/>
                  </a:cubicBezTo>
                  <a:cubicBezTo>
                    <a:pt x="98770" y="29800"/>
                    <a:pt x="96986" y="36841"/>
                    <a:pt x="95153" y="44268"/>
                  </a:cubicBezTo>
                  <a:cubicBezTo>
                    <a:pt x="90239" y="64010"/>
                    <a:pt x="86188" y="74146"/>
                    <a:pt x="73278" y="74146"/>
                  </a:cubicBezTo>
                  <a:cubicBezTo>
                    <a:pt x="71870" y="74146"/>
                    <a:pt x="70356" y="74026"/>
                    <a:pt x="68724" y="73784"/>
                  </a:cubicBezTo>
                  <a:cubicBezTo>
                    <a:pt x="57101" y="72096"/>
                    <a:pt x="46491" y="62450"/>
                    <a:pt x="42971" y="50393"/>
                  </a:cubicBezTo>
                  <a:cubicBezTo>
                    <a:pt x="42730" y="49429"/>
                    <a:pt x="42489" y="48512"/>
                    <a:pt x="42296" y="47548"/>
                  </a:cubicBezTo>
                  <a:cubicBezTo>
                    <a:pt x="47890" y="47451"/>
                    <a:pt x="53918" y="47403"/>
                    <a:pt x="61008" y="47258"/>
                  </a:cubicBezTo>
                  <a:cubicBezTo>
                    <a:pt x="69592" y="47114"/>
                    <a:pt x="79334" y="46342"/>
                    <a:pt x="86134" y="39156"/>
                  </a:cubicBezTo>
                  <a:cubicBezTo>
                    <a:pt x="90378" y="34671"/>
                    <a:pt x="92259" y="28257"/>
                    <a:pt x="91295" y="21601"/>
                  </a:cubicBezTo>
                  <a:cubicBezTo>
                    <a:pt x="90234" y="14078"/>
                    <a:pt x="85893" y="7374"/>
                    <a:pt x="79672" y="3709"/>
                  </a:cubicBezTo>
                  <a:cubicBezTo>
                    <a:pt x="75450" y="1221"/>
                    <a:pt x="70530" y="0"/>
                    <a:pt x="65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1"/>
          </p:nvPr>
        </p:nvSpPr>
        <p:spPr>
          <a:xfrm>
            <a:off x="720000" y="2752475"/>
            <a:ext cx="2526900" cy="18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2"/>
          </p:nvPr>
        </p:nvSpPr>
        <p:spPr>
          <a:xfrm>
            <a:off x="3308550" y="2752475"/>
            <a:ext cx="2526900" cy="18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3"/>
          </p:nvPr>
        </p:nvSpPr>
        <p:spPr>
          <a:xfrm>
            <a:off x="5897100" y="2752475"/>
            <a:ext cx="2526900" cy="18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4"/>
          </p:nvPr>
        </p:nvSpPr>
        <p:spPr>
          <a:xfrm>
            <a:off x="720000" y="2203300"/>
            <a:ext cx="2526900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5"/>
          </p:nvPr>
        </p:nvSpPr>
        <p:spPr>
          <a:xfrm>
            <a:off x="3308550" y="2203300"/>
            <a:ext cx="2526900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6"/>
          </p:nvPr>
        </p:nvSpPr>
        <p:spPr>
          <a:xfrm>
            <a:off x="5897100" y="2203300"/>
            <a:ext cx="2526900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solidFill>
                  <a:schemeClr val="accen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ctor"/>
              <a:buNone/>
              <a:defRPr sz="2000" b="1"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8"/>
          <p:cNvGrpSpPr/>
          <p:nvPr/>
        </p:nvGrpSpPr>
        <p:grpSpPr>
          <a:xfrm>
            <a:off x="-2090021" y="-1335150"/>
            <a:ext cx="13184321" cy="8099905"/>
            <a:chOff x="-2090021" y="-1335150"/>
            <a:chExt cx="13184321" cy="8099905"/>
          </a:xfrm>
        </p:grpSpPr>
        <p:sp>
          <p:nvSpPr>
            <p:cNvPr id="187" name="Google Shape;187;p28"/>
            <p:cNvSpPr/>
            <p:nvPr/>
          </p:nvSpPr>
          <p:spPr>
            <a:xfrm>
              <a:off x="-1893500" y="-13351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8424000" y="386107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-2090021" y="4035075"/>
              <a:ext cx="5009373" cy="2729679"/>
            </a:xfrm>
            <a:custGeom>
              <a:avLst/>
              <a:gdLst/>
              <a:ahLst/>
              <a:cxnLst/>
              <a:rect l="l" t="t" r="r" b="b"/>
              <a:pathLst>
                <a:path w="162576" h="88590" extrusionOk="0">
                  <a:moveTo>
                    <a:pt x="65675" y="14461"/>
                  </a:moveTo>
                  <a:cubicBezTo>
                    <a:pt x="67989" y="14461"/>
                    <a:pt x="70251" y="15040"/>
                    <a:pt x="72245" y="16200"/>
                  </a:cubicBezTo>
                  <a:cubicBezTo>
                    <a:pt x="74656" y="17598"/>
                    <a:pt x="76489" y="20492"/>
                    <a:pt x="76923" y="23627"/>
                  </a:cubicBezTo>
                  <a:cubicBezTo>
                    <a:pt x="77116" y="24977"/>
                    <a:pt x="77212" y="27485"/>
                    <a:pt x="75524" y="29269"/>
                  </a:cubicBezTo>
                  <a:cubicBezTo>
                    <a:pt x="72631" y="32356"/>
                    <a:pt x="66651" y="32694"/>
                    <a:pt x="60719" y="32790"/>
                  </a:cubicBezTo>
                  <a:cubicBezTo>
                    <a:pt x="54111" y="32886"/>
                    <a:pt x="48469" y="32983"/>
                    <a:pt x="43212" y="33031"/>
                  </a:cubicBezTo>
                  <a:cubicBezTo>
                    <a:pt x="44948" y="27196"/>
                    <a:pt x="48517" y="22083"/>
                    <a:pt x="53436" y="18466"/>
                  </a:cubicBezTo>
                  <a:cubicBezTo>
                    <a:pt x="56909" y="15910"/>
                    <a:pt x="61104" y="14512"/>
                    <a:pt x="65397" y="14463"/>
                  </a:cubicBezTo>
                  <a:cubicBezTo>
                    <a:pt x="65489" y="14462"/>
                    <a:pt x="65582" y="14461"/>
                    <a:pt x="65675" y="14461"/>
                  </a:cubicBezTo>
                  <a:close/>
                  <a:moveTo>
                    <a:pt x="65444" y="0"/>
                  </a:moveTo>
                  <a:cubicBezTo>
                    <a:pt x="58502" y="0"/>
                    <a:pt x="51251" y="2273"/>
                    <a:pt x="45045" y="6699"/>
                  </a:cubicBezTo>
                  <a:cubicBezTo>
                    <a:pt x="36412" y="12824"/>
                    <a:pt x="30576" y="22566"/>
                    <a:pt x="28358" y="33176"/>
                  </a:cubicBezTo>
                  <a:cubicBezTo>
                    <a:pt x="20111" y="33176"/>
                    <a:pt x="11526" y="33128"/>
                    <a:pt x="193" y="32983"/>
                  </a:cubicBezTo>
                  <a:lnTo>
                    <a:pt x="0" y="47451"/>
                  </a:lnTo>
                  <a:cubicBezTo>
                    <a:pt x="11141" y="47596"/>
                    <a:pt x="19629" y="47596"/>
                    <a:pt x="27731" y="47596"/>
                  </a:cubicBezTo>
                  <a:cubicBezTo>
                    <a:pt x="27972" y="49911"/>
                    <a:pt x="28454" y="52178"/>
                    <a:pt x="29081" y="54396"/>
                  </a:cubicBezTo>
                  <a:cubicBezTo>
                    <a:pt x="34145" y="71710"/>
                    <a:pt x="49578" y="85551"/>
                    <a:pt x="66602" y="88107"/>
                  </a:cubicBezTo>
                  <a:cubicBezTo>
                    <a:pt x="68821" y="88445"/>
                    <a:pt x="71039" y="88590"/>
                    <a:pt x="73258" y="88590"/>
                  </a:cubicBezTo>
                  <a:cubicBezTo>
                    <a:pt x="83916" y="88590"/>
                    <a:pt x="92356" y="84297"/>
                    <a:pt x="98481" y="75761"/>
                  </a:cubicBezTo>
                  <a:cubicBezTo>
                    <a:pt x="104220" y="67707"/>
                    <a:pt x="106872" y="57097"/>
                    <a:pt x="109187" y="47741"/>
                  </a:cubicBezTo>
                  <a:cubicBezTo>
                    <a:pt x="110779" y="41326"/>
                    <a:pt x="112274" y="35298"/>
                    <a:pt x="114396" y="31633"/>
                  </a:cubicBezTo>
                  <a:cubicBezTo>
                    <a:pt x="114848" y="31331"/>
                    <a:pt x="115375" y="31180"/>
                    <a:pt x="115919" y="31180"/>
                  </a:cubicBezTo>
                  <a:cubicBezTo>
                    <a:pt x="116246" y="31180"/>
                    <a:pt x="116578" y="31235"/>
                    <a:pt x="116904" y="31343"/>
                  </a:cubicBezTo>
                  <a:cubicBezTo>
                    <a:pt x="117627" y="31584"/>
                    <a:pt x="118640" y="32211"/>
                    <a:pt x="118833" y="34526"/>
                  </a:cubicBezTo>
                  <a:cubicBezTo>
                    <a:pt x="119846" y="48416"/>
                    <a:pt x="123848" y="57820"/>
                    <a:pt x="130986" y="63222"/>
                  </a:cubicBezTo>
                  <a:cubicBezTo>
                    <a:pt x="135953" y="67011"/>
                    <a:pt x="141585" y="68122"/>
                    <a:pt x="146816" y="68122"/>
                  </a:cubicBezTo>
                  <a:cubicBezTo>
                    <a:pt x="151439" y="68122"/>
                    <a:pt x="155748" y="67254"/>
                    <a:pt x="159006" y="66598"/>
                  </a:cubicBezTo>
                  <a:cubicBezTo>
                    <a:pt x="160357" y="66308"/>
                    <a:pt x="161611" y="66067"/>
                    <a:pt x="162575" y="65971"/>
                  </a:cubicBezTo>
                  <a:lnTo>
                    <a:pt x="160646" y="51599"/>
                  </a:lnTo>
                  <a:cubicBezTo>
                    <a:pt x="159247" y="51792"/>
                    <a:pt x="157752" y="52081"/>
                    <a:pt x="156161" y="52419"/>
                  </a:cubicBezTo>
                  <a:cubicBezTo>
                    <a:pt x="153245" y="53012"/>
                    <a:pt x="149941" y="53675"/>
                    <a:pt x="146865" y="53675"/>
                  </a:cubicBezTo>
                  <a:cubicBezTo>
                    <a:pt x="144193" y="53675"/>
                    <a:pt x="141692" y="53175"/>
                    <a:pt x="139764" y="51695"/>
                  </a:cubicBezTo>
                  <a:cubicBezTo>
                    <a:pt x="136195" y="48995"/>
                    <a:pt x="133976" y="42677"/>
                    <a:pt x="133253" y="33417"/>
                  </a:cubicBezTo>
                  <a:cubicBezTo>
                    <a:pt x="132674" y="25122"/>
                    <a:pt x="127514" y="18900"/>
                    <a:pt x="119846" y="17164"/>
                  </a:cubicBezTo>
                  <a:cubicBezTo>
                    <a:pt x="118519" y="16863"/>
                    <a:pt x="117187" y="16718"/>
                    <a:pt x="115877" y="16718"/>
                  </a:cubicBezTo>
                  <a:cubicBezTo>
                    <a:pt x="110040" y="16718"/>
                    <a:pt x="104613" y="19594"/>
                    <a:pt x="101857" y="24398"/>
                  </a:cubicBezTo>
                  <a:cubicBezTo>
                    <a:pt x="98770" y="29800"/>
                    <a:pt x="96986" y="36841"/>
                    <a:pt x="95153" y="44268"/>
                  </a:cubicBezTo>
                  <a:cubicBezTo>
                    <a:pt x="90239" y="64010"/>
                    <a:pt x="86188" y="74146"/>
                    <a:pt x="73278" y="74146"/>
                  </a:cubicBezTo>
                  <a:cubicBezTo>
                    <a:pt x="71870" y="74146"/>
                    <a:pt x="70356" y="74026"/>
                    <a:pt x="68724" y="73784"/>
                  </a:cubicBezTo>
                  <a:cubicBezTo>
                    <a:pt x="57101" y="72096"/>
                    <a:pt x="46491" y="62450"/>
                    <a:pt x="42971" y="50393"/>
                  </a:cubicBezTo>
                  <a:cubicBezTo>
                    <a:pt x="42730" y="49429"/>
                    <a:pt x="42489" y="48512"/>
                    <a:pt x="42296" y="47548"/>
                  </a:cubicBezTo>
                  <a:cubicBezTo>
                    <a:pt x="47890" y="47451"/>
                    <a:pt x="53918" y="47403"/>
                    <a:pt x="61008" y="47258"/>
                  </a:cubicBezTo>
                  <a:cubicBezTo>
                    <a:pt x="69592" y="47114"/>
                    <a:pt x="79334" y="46342"/>
                    <a:pt x="86134" y="39156"/>
                  </a:cubicBezTo>
                  <a:cubicBezTo>
                    <a:pt x="90378" y="34671"/>
                    <a:pt x="92259" y="28257"/>
                    <a:pt x="91295" y="21601"/>
                  </a:cubicBezTo>
                  <a:cubicBezTo>
                    <a:pt x="90234" y="14078"/>
                    <a:pt x="85893" y="7374"/>
                    <a:pt x="79672" y="3709"/>
                  </a:cubicBezTo>
                  <a:cubicBezTo>
                    <a:pt x="75450" y="1221"/>
                    <a:pt x="70530" y="0"/>
                    <a:pt x="65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9"/>
          <p:cNvGrpSpPr/>
          <p:nvPr/>
        </p:nvGrpSpPr>
        <p:grpSpPr>
          <a:xfrm>
            <a:off x="-2419151" y="-1939453"/>
            <a:ext cx="13513451" cy="8377078"/>
            <a:chOff x="-2419151" y="-1939453"/>
            <a:chExt cx="13513451" cy="8377078"/>
          </a:xfrm>
        </p:grpSpPr>
        <p:sp>
          <p:nvSpPr>
            <p:cNvPr id="192" name="Google Shape;192;p29"/>
            <p:cNvSpPr/>
            <p:nvPr/>
          </p:nvSpPr>
          <p:spPr>
            <a:xfrm>
              <a:off x="8424000" y="-13351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-1895550" y="376732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9"/>
            <p:cNvSpPr/>
            <p:nvPr/>
          </p:nvSpPr>
          <p:spPr>
            <a:xfrm rot="10800000" flipH="1">
              <a:off x="-2419151" y="-1939453"/>
              <a:ext cx="3717508" cy="3318410"/>
            </a:xfrm>
            <a:custGeom>
              <a:avLst/>
              <a:gdLst/>
              <a:ahLst/>
              <a:cxnLst/>
              <a:rect l="l" t="t" r="r" b="b"/>
              <a:pathLst>
                <a:path w="130416" h="116415" extrusionOk="0">
                  <a:moveTo>
                    <a:pt x="41316" y="66539"/>
                  </a:moveTo>
                  <a:cubicBezTo>
                    <a:pt x="47898" y="77381"/>
                    <a:pt x="53795" y="88642"/>
                    <a:pt x="59045" y="100208"/>
                  </a:cubicBezTo>
                  <a:cubicBezTo>
                    <a:pt x="55316" y="100017"/>
                    <a:pt x="51740" y="98952"/>
                    <a:pt x="48582" y="97050"/>
                  </a:cubicBezTo>
                  <a:cubicBezTo>
                    <a:pt x="43446" y="93968"/>
                    <a:pt x="40251" y="88909"/>
                    <a:pt x="39224" y="82441"/>
                  </a:cubicBezTo>
                  <a:cubicBezTo>
                    <a:pt x="38729" y="79322"/>
                    <a:pt x="39262" y="73387"/>
                    <a:pt x="41316" y="66539"/>
                  </a:cubicBezTo>
                  <a:close/>
                  <a:moveTo>
                    <a:pt x="12212" y="0"/>
                  </a:moveTo>
                  <a:lnTo>
                    <a:pt x="0" y="10538"/>
                  </a:lnTo>
                  <a:cubicBezTo>
                    <a:pt x="10881" y="23055"/>
                    <a:pt x="21076" y="36180"/>
                    <a:pt x="30511" y="49799"/>
                  </a:cubicBezTo>
                  <a:cubicBezTo>
                    <a:pt x="23930" y="63457"/>
                    <a:pt x="22066" y="77191"/>
                    <a:pt x="23283" y="84952"/>
                  </a:cubicBezTo>
                  <a:cubicBezTo>
                    <a:pt x="24995" y="96137"/>
                    <a:pt x="31044" y="105306"/>
                    <a:pt x="40213" y="110860"/>
                  </a:cubicBezTo>
                  <a:cubicBezTo>
                    <a:pt x="46279" y="114477"/>
                    <a:pt x="53203" y="116415"/>
                    <a:pt x="60247" y="116415"/>
                  </a:cubicBezTo>
                  <a:cubicBezTo>
                    <a:pt x="60315" y="116415"/>
                    <a:pt x="60384" y="116415"/>
                    <a:pt x="60452" y="116414"/>
                  </a:cubicBezTo>
                  <a:cubicBezTo>
                    <a:pt x="64789" y="116414"/>
                    <a:pt x="69088" y="115692"/>
                    <a:pt x="73197" y="114322"/>
                  </a:cubicBezTo>
                  <a:lnTo>
                    <a:pt x="81339" y="111545"/>
                  </a:lnTo>
                  <a:lnTo>
                    <a:pt x="78029" y="103594"/>
                  </a:lnTo>
                  <a:cubicBezTo>
                    <a:pt x="70192" y="84610"/>
                    <a:pt x="60642" y="66349"/>
                    <a:pt x="49457" y="49115"/>
                  </a:cubicBezTo>
                  <a:cubicBezTo>
                    <a:pt x="50979" y="46870"/>
                    <a:pt x="52615" y="44740"/>
                    <a:pt x="54441" y="42723"/>
                  </a:cubicBezTo>
                  <a:cubicBezTo>
                    <a:pt x="63342" y="32943"/>
                    <a:pt x="74618" y="27978"/>
                    <a:pt x="88028" y="27978"/>
                  </a:cubicBezTo>
                  <a:cubicBezTo>
                    <a:pt x="89119" y="27978"/>
                    <a:pt x="90225" y="28011"/>
                    <a:pt x="91344" y="28076"/>
                  </a:cubicBezTo>
                  <a:cubicBezTo>
                    <a:pt x="99067" y="28533"/>
                    <a:pt x="105991" y="32908"/>
                    <a:pt x="109758" y="39642"/>
                  </a:cubicBezTo>
                  <a:cubicBezTo>
                    <a:pt x="113258" y="45729"/>
                    <a:pt x="113562" y="52653"/>
                    <a:pt x="110518" y="58512"/>
                  </a:cubicBezTo>
                  <a:cubicBezTo>
                    <a:pt x="109073" y="61365"/>
                    <a:pt x="104774" y="66691"/>
                    <a:pt x="97736" y="68974"/>
                  </a:cubicBezTo>
                  <a:cubicBezTo>
                    <a:pt x="95635" y="69634"/>
                    <a:pt x="93471" y="69964"/>
                    <a:pt x="91248" y="69964"/>
                  </a:cubicBezTo>
                  <a:cubicBezTo>
                    <a:pt x="87070" y="69964"/>
                    <a:pt x="82687" y="68797"/>
                    <a:pt x="78143" y="66463"/>
                  </a:cubicBezTo>
                  <a:lnTo>
                    <a:pt x="70762" y="80767"/>
                  </a:lnTo>
                  <a:cubicBezTo>
                    <a:pt x="77581" y="84322"/>
                    <a:pt x="84524" y="86109"/>
                    <a:pt x="91276" y="86109"/>
                  </a:cubicBezTo>
                  <a:cubicBezTo>
                    <a:pt x="95147" y="86109"/>
                    <a:pt x="98956" y="85522"/>
                    <a:pt x="102643" y="84343"/>
                  </a:cubicBezTo>
                  <a:cubicBezTo>
                    <a:pt x="113942" y="80729"/>
                    <a:pt x="121551" y="72436"/>
                    <a:pt x="124899" y="65892"/>
                  </a:cubicBezTo>
                  <a:cubicBezTo>
                    <a:pt x="130416" y="55050"/>
                    <a:pt x="130035" y="42571"/>
                    <a:pt x="123758" y="31614"/>
                  </a:cubicBezTo>
                  <a:cubicBezTo>
                    <a:pt x="117290" y="20163"/>
                    <a:pt x="105420" y="12745"/>
                    <a:pt x="92295" y="11984"/>
                  </a:cubicBezTo>
                  <a:cubicBezTo>
                    <a:pt x="90887" y="11902"/>
                    <a:pt x="89491" y="11862"/>
                    <a:pt x="88110" y="11862"/>
                  </a:cubicBezTo>
                  <a:cubicBezTo>
                    <a:pt x="70119" y="11862"/>
                    <a:pt x="54437" y="18738"/>
                    <a:pt x="42495" y="31881"/>
                  </a:cubicBezTo>
                  <a:cubicBezTo>
                    <a:pt x="41582" y="32908"/>
                    <a:pt x="40707" y="33935"/>
                    <a:pt x="39870" y="35000"/>
                  </a:cubicBezTo>
                  <a:cubicBezTo>
                    <a:pt x="31691" y="23511"/>
                    <a:pt x="22522" y="11946"/>
                    <a:pt x="12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29"/>
          <p:cNvSpPr/>
          <p:nvPr/>
        </p:nvSpPr>
        <p:spPr>
          <a:xfrm>
            <a:off x="6870650" y="3140788"/>
            <a:ext cx="5225483" cy="3470421"/>
          </a:xfrm>
          <a:custGeom>
            <a:avLst/>
            <a:gdLst/>
            <a:ahLst/>
            <a:cxnLst/>
            <a:rect l="l" t="t" r="r" b="b"/>
            <a:pathLst>
              <a:path w="150039" h="99646" extrusionOk="0">
                <a:moveTo>
                  <a:pt x="147946" y="0"/>
                </a:moveTo>
                <a:lnTo>
                  <a:pt x="134484" y="2228"/>
                </a:lnTo>
                <a:cubicBezTo>
                  <a:pt x="135621" y="9096"/>
                  <a:pt x="130982" y="16918"/>
                  <a:pt x="123751" y="20466"/>
                </a:cubicBezTo>
                <a:cubicBezTo>
                  <a:pt x="120295" y="22171"/>
                  <a:pt x="116270" y="23024"/>
                  <a:pt x="111983" y="23024"/>
                </a:cubicBezTo>
                <a:cubicBezTo>
                  <a:pt x="107697" y="23024"/>
                  <a:pt x="103149" y="22171"/>
                  <a:pt x="98646" y="20466"/>
                </a:cubicBezTo>
                <a:cubicBezTo>
                  <a:pt x="95463" y="19192"/>
                  <a:pt x="92324" y="17737"/>
                  <a:pt x="89277" y="16145"/>
                </a:cubicBezTo>
                <a:cubicBezTo>
                  <a:pt x="85275" y="14053"/>
                  <a:pt x="81136" y="12189"/>
                  <a:pt x="76861" y="10688"/>
                </a:cubicBezTo>
                <a:cubicBezTo>
                  <a:pt x="72519" y="9205"/>
                  <a:pt x="68254" y="8473"/>
                  <a:pt x="64232" y="8473"/>
                </a:cubicBezTo>
                <a:cubicBezTo>
                  <a:pt x="58017" y="8473"/>
                  <a:pt x="52381" y="10220"/>
                  <a:pt x="47936" y="13644"/>
                </a:cubicBezTo>
                <a:cubicBezTo>
                  <a:pt x="43024" y="17419"/>
                  <a:pt x="39932" y="23376"/>
                  <a:pt x="39340" y="29971"/>
                </a:cubicBezTo>
                <a:cubicBezTo>
                  <a:pt x="38795" y="36566"/>
                  <a:pt x="40841" y="42933"/>
                  <a:pt x="45025" y="47481"/>
                </a:cubicBezTo>
                <a:cubicBezTo>
                  <a:pt x="52120" y="55212"/>
                  <a:pt x="62035" y="56258"/>
                  <a:pt x="70812" y="57168"/>
                </a:cubicBezTo>
                <a:cubicBezTo>
                  <a:pt x="76816" y="57804"/>
                  <a:pt x="82546" y="58396"/>
                  <a:pt x="86639" y="60943"/>
                </a:cubicBezTo>
                <a:cubicBezTo>
                  <a:pt x="92006" y="64263"/>
                  <a:pt x="94462" y="71994"/>
                  <a:pt x="91961" y="77861"/>
                </a:cubicBezTo>
                <a:cubicBezTo>
                  <a:pt x="89865" y="82738"/>
                  <a:pt x="84417" y="86019"/>
                  <a:pt x="79095" y="86019"/>
                </a:cubicBezTo>
                <a:cubicBezTo>
                  <a:pt x="78064" y="86019"/>
                  <a:pt x="77039" y="85896"/>
                  <a:pt x="76043" y="85638"/>
                </a:cubicBezTo>
                <a:cubicBezTo>
                  <a:pt x="70858" y="84274"/>
                  <a:pt x="66446" y="79862"/>
                  <a:pt x="61762" y="75223"/>
                </a:cubicBezTo>
                <a:cubicBezTo>
                  <a:pt x="57805" y="71266"/>
                  <a:pt x="53667" y="67128"/>
                  <a:pt x="48436" y="64126"/>
                </a:cubicBezTo>
                <a:cubicBezTo>
                  <a:pt x="41814" y="60276"/>
                  <a:pt x="32259" y="59040"/>
                  <a:pt x="21894" y="59040"/>
                </a:cubicBezTo>
                <a:cubicBezTo>
                  <a:pt x="14749" y="59040"/>
                  <a:pt x="7219" y="59628"/>
                  <a:pt x="0" y="60351"/>
                </a:cubicBezTo>
                <a:lnTo>
                  <a:pt x="1365" y="73904"/>
                </a:lnTo>
                <a:cubicBezTo>
                  <a:pt x="5737" y="73486"/>
                  <a:pt x="13843" y="72686"/>
                  <a:pt x="21907" y="72686"/>
                </a:cubicBezTo>
                <a:cubicBezTo>
                  <a:pt x="29613" y="72686"/>
                  <a:pt x="37281" y="73416"/>
                  <a:pt x="41614" y="75905"/>
                </a:cubicBezTo>
                <a:cubicBezTo>
                  <a:pt x="45298" y="78043"/>
                  <a:pt x="48618" y="81363"/>
                  <a:pt x="52120" y="84865"/>
                </a:cubicBezTo>
                <a:cubicBezTo>
                  <a:pt x="57623" y="90322"/>
                  <a:pt x="63809" y="96553"/>
                  <a:pt x="72586" y="98827"/>
                </a:cubicBezTo>
                <a:cubicBezTo>
                  <a:pt x="74724" y="99373"/>
                  <a:pt x="76952" y="99646"/>
                  <a:pt x="79135" y="99646"/>
                </a:cubicBezTo>
                <a:cubicBezTo>
                  <a:pt x="89823" y="99646"/>
                  <a:pt x="100192" y="93233"/>
                  <a:pt x="104513" y="83182"/>
                </a:cubicBezTo>
                <a:cubicBezTo>
                  <a:pt x="109698" y="71084"/>
                  <a:pt x="105013" y="56213"/>
                  <a:pt x="93825" y="49300"/>
                </a:cubicBezTo>
                <a:cubicBezTo>
                  <a:pt x="87094" y="45116"/>
                  <a:pt x="79181" y="44297"/>
                  <a:pt x="72222" y="43524"/>
                </a:cubicBezTo>
                <a:cubicBezTo>
                  <a:pt x="64946" y="42796"/>
                  <a:pt x="58669" y="42114"/>
                  <a:pt x="55076" y="38248"/>
                </a:cubicBezTo>
                <a:cubicBezTo>
                  <a:pt x="53530" y="36520"/>
                  <a:pt x="52711" y="33837"/>
                  <a:pt x="52939" y="31108"/>
                </a:cubicBezTo>
                <a:cubicBezTo>
                  <a:pt x="53166" y="28379"/>
                  <a:pt x="54440" y="25878"/>
                  <a:pt x="56259" y="24468"/>
                </a:cubicBezTo>
                <a:cubicBezTo>
                  <a:pt x="58267" y="22917"/>
                  <a:pt x="61058" y="22134"/>
                  <a:pt x="64280" y="22134"/>
                </a:cubicBezTo>
                <a:cubicBezTo>
                  <a:pt x="66822" y="22134"/>
                  <a:pt x="69633" y="22621"/>
                  <a:pt x="72541" y="23604"/>
                </a:cubicBezTo>
                <a:cubicBezTo>
                  <a:pt x="76179" y="24968"/>
                  <a:pt x="79772" y="26560"/>
                  <a:pt x="83228" y="28379"/>
                </a:cubicBezTo>
                <a:cubicBezTo>
                  <a:pt x="86685" y="30153"/>
                  <a:pt x="90232" y="31790"/>
                  <a:pt x="93825" y="33200"/>
                </a:cubicBezTo>
                <a:cubicBezTo>
                  <a:pt x="99883" y="35482"/>
                  <a:pt x="106067" y="36621"/>
                  <a:pt x="112000" y="36621"/>
                </a:cubicBezTo>
                <a:cubicBezTo>
                  <a:pt x="118362" y="36621"/>
                  <a:pt x="124436" y="35312"/>
                  <a:pt x="129754" y="32700"/>
                </a:cubicBezTo>
                <a:cubicBezTo>
                  <a:pt x="142398" y="26515"/>
                  <a:pt x="150038" y="12780"/>
                  <a:pt x="14794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Didact Gothic"/>
              <a:buNone/>
              <a:defRPr sz="32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aliana"/>
              <a:buNone/>
              <a:defRPr sz="3000" b="1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aliana"/>
              <a:buNone/>
              <a:defRPr sz="3000" b="1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aliana"/>
              <a:buNone/>
              <a:defRPr sz="3000" b="1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aliana"/>
              <a:buNone/>
              <a:defRPr sz="3000" b="1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aliana"/>
              <a:buNone/>
              <a:defRPr sz="3000" b="1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aliana"/>
              <a:buNone/>
              <a:defRPr sz="3000" b="1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aliana"/>
              <a:buNone/>
              <a:defRPr sz="3000" b="1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aliana"/>
              <a:buNone/>
              <a:defRPr sz="3000" b="1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Char char="●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○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■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●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○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■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●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○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■"/>
              <a:defRPr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8" r:id="rId5"/>
    <p:sldLayoutId id="2147483659" r:id="rId6"/>
    <p:sldLayoutId id="2147483660" r:id="rId7"/>
    <p:sldLayoutId id="2147483663" r:id="rId8"/>
    <p:sldLayoutId id="2147483669" r:id="rId9"/>
    <p:sldLayoutId id="2147483674" r:id="rId10"/>
    <p:sldLayoutId id="214748367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33"/>
          <p:cNvGrpSpPr/>
          <p:nvPr/>
        </p:nvGrpSpPr>
        <p:grpSpPr>
          <a:xfrm>
            <a:off x="6968904" y="-1335150"/>
            <a:ext cx="5009373" cy="8246780"/>
            <a:chOff x="6968904" y="-1335150"/>
            <a:chExt cx="5009373" cy="8246780"/>
          </a:xfrm>
        </p:grpSpPr>
        <p:sp>
          <p:nvSpPr>
            <p:cNvPr id="207" name="Google Shape;207;p33"/>
            <p:cNvSpPr/>
            <p:nvPr/>
          </p:nvSpPr>
          <p:spPr>
            <a:xfrm>
              <a:off x="6968904" y="4181950"/>
              <a:ext cx="5009373" cy="2729679"/>
            </a:xfrm>
            <a:custGeom>
              <a:avLst/>
              <a:gdLst/>
              <a:ahLst/>
              <a:cxnLst/>
              <a:rect l="l" t="t" r="r" b="b"/>
              <a:pathLst>
                <a:path w="162576" h="88590" extrusionOk="0">
                  <a:moveTo>
                    <a:pt x="65675" y="14461"/>
                  </a:moveTo>
                  <a:cubicBezTo>
                    <a:pt x="67989" y="14461"/>
                    <a:pt x="70251" y="15040"/>
                    <a:pt x="72245" y="16200"/>
                  </a:cubicBezTo>
                  <a:cubicBezTo>
                    <a:pt x="74656" y="17598"/>
                    <a:pt x="76489" y="20492"/>
                    <a:pt x="76923" y="23627"/>
                  </a:cubicBezTo>
                  <a:cubicBezTo>
                    <a:pt x="77116" y="24977"/>
                    <a:pt x="77212" y="27485"/>
                    <a:pt x="75524" y="29269"/>
                  </a:cubicBezTo>
                  <a:cubicBezTo>
                    <a:pt x="72631" y="32356"/>
                    <a:pt x="66651" y="32694"/>
                    <a:pt x="60719" y="32790"/>
                  </a:cubicBezTo>
                  <a:cubicBezTo>
                    <a:pt x="54111" y="32886"/>
                    <a:pt x="48469" y="32983"/>
                    <a:pt x="43212" y="33031"/>
                  </a:cubicBezTo>
                  <a:cubicBezTo>
                    <a:pt x="44948" y="27196"/>
                    <a:pt x="48517" y="22083"/>
                    <a:pt x="53436" y="18466"/>
                  </a:cubicBezTo>
                  <a:cubicBezTo>
                    <a:pt x="56909" y="15910"/>
                    <a:pt x="61104" y="14512"/>
                    <a:pt x="65397" y="14463"/>
                  </a:cubicBezTo>
                  <a:cubicBezTo>
                    <a:pt x="65489" y="14462"/>
                    <a:pt x="65582" y="14461"/>
                    <a:pt x="65675" y="14461"/>
                  </a:cubicBezTo>
                  <a:close/>
                  <a:moveTo>
                    <a:pt x="65444" y="0"/>
                  </a:moveTo>
                  <a:cubicBezTo>
                    <a:pt x="58502" y="0"/>
                    <a:pt x="51251" y="2273"/>
                    <a:pt x="45045" y="6699"/>
                  </a:cubicBezTo>
                  <a:cubicBezTo>
                    <a:pt x="36412" y="12824"/>
                    <a:pt x="30576" y="22566"/>
                    <a:pt x="28358" y="33176"/>
                  </a:cubicBezTo>
                  <a:cubicBezTo>
                    <a:pt x="20111" y="33176"/>
                    <a:pt x="11526" y="33128"/>
                    <a:pt x="193" y="32983"/>
                  </a:cubicBezTo>
                  <a:lnTo>
                    <a:pt x="0" y="47451"/>
                  </a:lnTo>
                  <a:cubicBezTo>
                    <a:pt x="11141" y="47596"/>
                    <a:pt x="19629" y="47596"/>
                    <a:pt x="27731" y="47596"/>
                  </a:cubicBezTo>
                  <a:cubicBezTo>
                    <a:pt x="27972" y="49911"/>
                    <a:pt x="28454" y="52178"/>
                    <a:pt x="29081" y="54396"/>
                  </a:cubicBezTo>
                  <a:cubicBezTo>
                    <a:pt x="34145" y="71710"/>
                    <a:pt x="49578" y="85551"/>
                    <a:pt x="66602" y="88107"/>
                  </a:cubicBezTo>
                  <a:cubicBezTo>
                    <a:pt x="68821" y="88445"/>
                    <a:pt x="71039" y="88590"/>
                    <a:pt x="73258" y="88590"/>
                  </a:cubicBezTo>
                  <a:cubicBezTo>
                    <a:pt x="83916" y="88590"/>
                    <a:pt x="92356" y="84297"/>
                    <a:pt x="98481" y="75761"/>
                  </a:cubicBezTo>
                  <a:cubicBezTo>
                    <a:pt x="104220" y="67707"/>
                    <a:pt x="106872" y="57097"/>
                    <a:pt x="109187" y="47741"/>
                  </a:cubicBezTo>
                  <a:cubicBezTo>
                    <a:pt x="110779" y="41326"/>
                    <a:pt x="112274" y="35298"/>
                    <a:pt x="114396" y="31633"/>
                  </a:cubicBezTo>
                  <a:cubicBezTo>
                    <a:pt x="114848" y="31331"/>
                    <a:pt x="115375" y="31180"/>
                    <a:pt x="115919" y="31180"/>
                  </a:cubicBezTo>
                  <a:cubicBezTo>
                    <a:pt x="116246" y="31180"/>
                    <a:pt x="116578" y="31235"/>
                    <a:pt x="116904" y="31343"/>
                  </a:cubicBezTo>
                  <a:cubicBezTo>
                    <a:pt x="117627" y="31584"/>
                    <a:pt x="118640" y="32211"/>
                    <a:pt x="118833" y="34526"/>
                  </a:cubicBezTo>
                  <a:cubicBezTo>
                    <a:pt x="119846" y="48416"/>
                    <a:pt x="123848" y="57820"/>
                    <a:pt x="130986" y="63222"/>
                  </a:cubicBezTo>
                  <a:cubicBezTo>
                    <a:pt x="135953" y="67011"/>
                    <a:pt x="141585" y="68122"/>
                    <a:pt x="146816" y="68122"/>
                  </a:cubicBezTo>
                  <a:cubicBezTo>
                    <a:pt x="151439" y="68122"/>
                    <a:pt x="155748" y="67254"/>
                    <a:pt x="159006" y="66598"/>
                  </a:cubicBezTo>
                  <a:cubicBezTo>
                    <a:pt x="160357" y="66308"/>
                    <a:pt x="161611" y="66067"/>
                    <a:pt x="162575" y="65971"/>
                  </a:cubicBezTo>
                  <a:lnTo>
                    <a:pt x="160646" y="51599"/>
                  </a:lnTo>
                  <a:cubicBezTo>
                    <a:pt x="159247" y="51792"/>
                    <a:pt x="157752" y="52081"/>
                    <a:pt x="156161" y="52419"/>
                  </a:cubicBezTo>
                  <a:cubicBezTo>
                    <a:pt x="153245" y="53012"/>
                    <a:pt x="149941" y="53675"/>
                    <a:pt x="146865" y="53675"/>
                  </a:cubicBezTo>
                  <a:cubicBezTo>
                    <a:pt x="144193" y="53675"/>
                    <a:pt x="141692" y="53175"/>
                    <a:pt x="139764" y="51695"/>
                  </a:cubicBezTo>
                  <a:cubicBezTo>
                    <a:pt x="136195" y="48995"/>
                    <a:pt x="133976" y="42677"/>
                    <a:pt x="133253" y="33417"/>
                  </a:cubicBezTo>
                  <a:cubicBezTo>
                    <a:pt x="132674" y="25122"/>
                    <a:pt x="127514" y="18900"/>
                    <a:pt x="119846" y="17164"/>
                  </a:cubicBezTo>
                  <a:cubicBezTo>
                    <a:pt x="118519" y="16863"/>
                    <a:pt x="117187" y="16718"/>
                    <a:pt x="115877" y="16718"/>
                  </a:cubicBezTo>
                  <a:cubicBezTo>
                    <a:pt x="110040" y="16718"/>
                    <a:pt x="104613" y="19594"/>
                    <a:pt x="101857" y="24398"/>
                  </a:cubicBezTo>
                  <a:cubicBezTo>
                    <a:pt x="98770" y="29800"/>
                    <a:pt x="96986" y="36841"/>
                    <a:pt x="95153" y="44268"/>
                  </a:cubicBezTo>
                  <a:cubicBezTo>
                    <a:pt x="90239" y="64010"/>
                    <a:pt x="86188" y="74146"/>
                    <a:pt x="73278" y="74146"/>
                  </a:cubicBezTo>
                  <a:cubicBezTo>
                    <a:pt x="71870" y="74146"/>
                    <a:pt x="70356" y="74026"/>
                    <a:pt x="68724" y="73784"/>
                  </a:cubicBezTo>
                  <a:cubicBezTo>
                    <a:pt x="57101" y="72096"/>
                    <a:pt x="46491" y="62450"/>
                    <a:pt x="42971" y="50393"/>
                  </a:cubicBezTo>
                  <a:cubicBezTo>
                    <a:pt x="42730" y="49429"/>
                    <a:pt x="42489" y="48512"/>
                    <a:pt x="42296" y="47548"/>
                  </a:cubicBezTo>
                  <a:cubicBezTo>
                    <a:pt x="47890" y="47451"/>
                    <a:pt x="53918" y="47403"/>
                    <a:pt x="61008" y="47258"/>
                  </a:cubicBezTo>
                  <a:cubicBezTo>
                    <a:pt x="69592" y="47114"/>
                    <a:pt x="79334" y="46342"/>
                    <a:pt x="86134" y="39156"/>
                  </a:cubicBezTo>
                  <a:cubicBezTo>
                    <a:pt x="90378" y="34671"/>
                    <a:pt x="92259" y="28257"/>
                    <a:pt x="91295" y="21601"/>
                  </a:cubicBezTo>
                  <a:cubicBezTo>
                    <a:pt x="90234" y="14078"/>
                    <a:pt x="85893" y="7374"/>
                    <a:pt x="79672" y="3709"/>
                  </a:cubicBezTo>
                  <a:cubicBezTo>
                    <a:pt x="75450" y="1221"/>
                    <a:pt x="70530" y="0"/>
                    <a:pt x="65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3"/>
            <p:cNvSpPr/>
            <p:nvPr/>
          </p:nvSpPr>
          <p:spPr>
            <a:xfrm>
              <a:off x="7452225" y="-13351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" name="Google Shape;209;p33"/>
          <p:cNvGrpSpPr/>
          <p:nvPr/>
        </p:nvGrpSpPr>
        <p:grpSpPr>
          <a:xfrm>
            <a:off x="-2043100" y="-1698487"/>
            <a:ext cx="5225483" cy="8177138"/>
            <a:chOff x="-2043100" y="-1698487"/>
            <a:chExt cx="5225483" cy="8177138"/>
          </a:xfrm>
        </p:grpSpPr>
        <p:sp>
          <p:nvSpPr>
            <p:cNvPr id="210" name="Google Shape;210;p33"/>
            <p:cNvSpPr/>
            <p:nvPr/>
          </p:nvSpPr>
          <p:spPr>
            <a:xfrm>
              <a:off x="-1335150" y="38083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3"/>
            <p:cNvSpPr/>
            <p:nvPr/>
          </p:nvSpPr>
          <p:spPr>
            <a:xfrm>
              <a:off x="-2043100" y="-1698487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" name="Google Shape;212;p33"/>
          <p:cNvSpPr txBox="1">
            <a:spLocks noGrp="1"/>
          </p:cNvSpPr>
          <p:nvPr>
            <p:ph type="ctrTitle"/>
          </p:nvPr>
        </p:nvSpPr>
        <p:spPr>
          <a:xfrm>
            <a:off x="2306950" y="2060917"/>
            <a:ext cx="4530300" cy="145845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1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Dosen </a:t>
            </a:r>
            <a:r>
              <a:rPr lang="en-GB" sz="16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Pengampu</a:t>
            </a:r>
            <a:r>
              <a:rPr lang="en-GB" sz="1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: </a:t>
            </a:r>
            <a:br>
              <a:rPr lang="en-GB" sz="1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GB" sz="1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Ervin </a:t>
            </a:r>
            <a:r>
              <a:rPr lang="en-GB" sz="16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Yohanes</a:t>
            </a:r>
            <a:r>
              <a:rPr lang="en-GB" sz="1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en-GB" sz="16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S.Kom</a:t>
            </a:r>
            <a:r>
              <a:rPr lang="en-GB" sz="1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., </a:t>
            </a:r>
            <a:r>
              <a:rPr lang="en-GB" sz="1600" b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M.Kom</a:t>
            </a:r>
            <a:r>
              <a:rPr lang="en-GB" sz="1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., M.Sc., Ph.D.</a:t>
            </a:r>
            <a:endParaRPr sz="1600" b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3" name="Google Shape;213;p33"/>
          <p:cNvSpPr txBox="1">
            <a:spLocks noGrp="1"/>
          </p:cNvSpPr>
          <p:nvPr>
            <p:ph type="subTitle" idx="1"/>
          </p:nvPr>
        </p:nvSpPr>
        <p:spPr>
          <a:xfrm>
            <a:off x="2306950" y="3933500"/>
            <a:ext cx="45303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Pengolahan Citra Digital</a:t>
            </a:r>
            <a:endParaRPr dirty="0"/>
          </a:p>
        </p:txBody>
      </p:sp>
      <p:sp>
        <p:nvSpPr>
          <p:cNvPr id="10" name="Google Shape;212;p33">
            <a:extLst>
              <a:ext uri="{FF2B5EF4-FFF2-40B4-BE49-F238E27FC236}">
                <a16:creationId xmlns:a16="http://schemas.microsoft.com/office/drawing/2014/main" id="{1A33937E-D206-4C6B-AC26-3893E5E0F89D}"/>
              </a:ext>
            </a:extLst>
          </p:cNvPr>
          <p:cNvSpPr txBox="1">
            <a:spLocks/>
          </p:cNvSpPr>
          <p:nvPr/>
        </p:nvSpPr>
        <p:spPr>
          <a:xfrm>
            <a:off x="313980" y="581692"/>
            <a:ext cx="8516039" cy="238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ctor"/>
              <a:buNone/>
              <a:defRPr sz="5500" b="1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Italiana"/>
              <a:buNone/>
              <a:defRPr sz="5200" b="1" i="0" u="none" strike="noStrike" cap="none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Italiana"/>
              <a:buNone/>
              <a:defRPr sz="5200" b="1" i="0" u="none" strike="noStrike" cap="none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Italiana"/>
              <a:buNone/>
              <a:defRPr sz="5200" b="1" i="0" u="none" strike="noStrike" cap="none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Italiana"/>
              <a:buNone/>
              <a:defRPr sz="5200" b="1" i="0" u="none" strike="noStrike" cap="none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Italiana"/>
              <a:buNone/>
              <a:defRPr sz="5200" b="1" i="0" u="none" strike="noStrike" cap="none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Italiana"/>
              <a:buNone/>
              <a:defRPr sz="5200" b="1" i="0" u="none" strike="noStrike" cap="none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Italiana"/>
              <a:buNone/>
              <a:defRPr sz="5200" b="1" i="0" u="none" strike="noStrike" cap="none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Italiana"/>
              <a:buNone/>
              <a:defRPr sz="5200" b="1" i="0" u="none" strike="noStrike" cap="none">
                <a:solidFill>
                  <a:schemeClr val="dk1"/>
                </a:solidFill>
                <a:latin typeface="Italiana"/>
                <a:ea typeface="Italiana"/>
                <a:cs typeface="Italiana"/>
                <a:sym typeface="Italiana"/>
              </a:defRPr>
            </a:lvl9pPr>
          </a:lstStyle>
          <a:p>
            <a:r>
              <a:rPr lang="en-GB" sz="3200" dirty="0"/>
              <a:t>"PENGUKURAN DENYUT NADI DARI VIDEO WAJAH DALAM SITUASI REALISTIS MELALUI PENDEKATAN PENGOLAHAN CITRA DIGITAL"</a:t>
            </a:r>
            <a:endParaRPr lang="en-GB" sz="3200" b="0" dirty="0"/>
          </a:p>
        </p:txBody>
      </p:sp>
      <p:sp>
        <p:nvSpPr>
          <p:cNvPr id="12" name="Google Shape;213;p33">
            <a:extLst>
              <a:ext uri="{FF2B5EF4-FFF2-40B4-BE49-F238E27FC236}">
                <a16:creationId xmlns:a16="http://schemas.microsoft.com/office/drawing/2014/main" id="{E117F93F-8E8C-428B-BC2B-EE7AFBFE9ADD}"/>
              </a:ext>
            </a:extLst>
          </p:cNvPr>
          <p:cNvSpPr txBox="1">
            <a:spLocks/>
          </p:cNvSpPr>
          <p:nvPr/>
        </p:nvSpPr>
        <p:spPr>
          <a:xfrm>
            <a:off x="6968904" y="166166"/>
            <a:ext cx="4530300" cy="5109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600" b="0" i="0" u="none" strike="noStrike" cap="none"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hivo"/>
              <a:buNone/>
              <a:defRPr sz="1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hivo"/>
              <a:buNone/>
              <a:defRPr sz="1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hivo"/>
              <a:buNone/>
              <a:defRPr sz="1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hivo"/>
              <a:buNone/>
              <a:defRPr sz="1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hivo"/>
              <a:buNone/>
              <a:defRPr sz="1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hivo"/>
              <a:buNone/>
              <a:defRPr sz="1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hivo"/>
              <a:buNone/>
              <a:defRPr sz="1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hivo"/>
              <a:buNone/>
              <a:defRPr sz="18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l"/>
            <a:r>
              <a:rPr lang="en-GB" sz="2400" b="1" dirty="0">
                <a:solidFill>
                  <a:schemeClr val="accent1"/>
                </a:solidFill>
              </a:rPr>
              <a:t>KELOMPOK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Team</a:t>
            </a:r>
            <a:endParaRPr dirty="0"/>
          </a:p>
        </p:txBody>
      </p:sp>
      <p:graphicFrame>
        <p:nvGraphicFramePr>
          <p:cNvPr id="219" name="Google Shape;219;p34"/>
          <p:cNvGraphicFramePr/>
          <p:nvPr>
            <p:extLst>
              <p:ext uri="{D42A27DB-BD31-4B8C-83A1-F6EECF244321}">
                <p14:modId xmlns:p14="http://schemas.microsoft.com/office/powerpoint/2010/main" val="1815324576"/>
              </p:ext>
            </p:extLst>
          </p:nvPr>
        </p:nvGraphicFramePr>
        <p:xfrm>
          <a:off x="1511262" y="1682737"/>
          <a:ext cx="6121475" cy="1446100"/>
        </p:xfrm>
        <a:graphic>
          <a:graphicData uri="http://schemas.openxmlformats.org/drawingml/2006/table">
            <a:tbl>
              <a:tblPr>
                <a:noFill/>
                <a:tableStyleId>{5946F48C-D557-41D6-8B0D-6755D459B188}</a:tableStyleId>
              </a:tblPr>
              <a:tblGrid>
                <a:gridCol w="3080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0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sng" dirty="0">
                          <a:solidFill>
                            <a:schemeClr val="accent1"/>
                          </a:solidFill>
                          <a:latin typeface="Chivo"/>
                          <a:ea typeface="Chivo"/>
                          <a:cs typeface="Chivo"/>
                          <a:sym typeface="Chivo"/>
                        </a:rPr>
                        <a:t>Ahmad R</a:t>
                      </a:r>
                      <a:r>
                        <a:rPr lang="en-GB" sz="1800" b="1" u="sng" dirty="0" err="1">
                          <a:solidFill>
                            <a:schemeClr val="accent1"/>
                          </a:solidFill>
                          <a:latin typeface="Chivo"/>
                          <a:ea typeface="Chivo"/>
                          <a:cs typeface="Chivo"/>
                          <a:sym typeface="Chivo"/>
                        </a:rPr>
                        <a:t>i</a:t>
                      </a:r>
                      <a:r>
                        <a:rPr lang="en" sz="1800" b="1" u="sng" dirty="0">
                          <a:solidFill>
                            <a:schemeClr val="accent1"/>
                          </a:solidFill>
                          <a:latin typeface="Chivo"/>
                          <a:ea typeface="Chivo"/>
                          <a:cs typeface="Chivo"/>
                          <a:sym typeface="Chivo"/>
                        </a:rPr>
                        <a:t>zal Mustofa</a:t>
                      </a:r>
                      <a:endParaRPr sz="1800" b="1" u="sng" dirty="0">
                        <a:solidFill>
                          <a:schemeClr val="accent1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Chivo Medium"/>
                          <a:ea typeface="Chivo Medium"/>
                          <a:cs typeface="Chivo Medium"/>
                          <a:sym typeface="Chivo Medium"/>
                        </a:rPr>
                        <a:t>22051204128</a:t>
                      </a:r>
                      <a:endParaRPr sz="1800" dirty="0">
                        <a:solidFill>
                          <a:schemeClr val="dk1"/>
                        </a:solidFill>
                        <a:latin typeface="Chivo Medium"/>
                        <a:ea typeface="Chivo Medium"/>
                        <a:cs typeface="Chivo Medium"/>
                        <a:sym typeface="Chivo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sng" dirty="0">
                          <a:solidFill>
                            <a:schemeClr val="accent1"/>
                          </a:solidFill>
                          <a:latin typeface="Chivo"/>
                          <a:ea typeface="Chivo"/>
                          <a:cs typeface="Chivo"/>
                          <a:sym typeface="Chivo"/>
                        </a:rPr>
                        <a:t>Muhammad Shofi</a:t>
                      </a:r>
                      <a:endParaRPr sz="1800" b="1" u="sng" dirty="0">
                        <a:solidFill>
                          <a:schemeClr val="accent1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Chivo Medium"/>
                          <a:ea typeface="Chivo Medium"/>
                          <a:cs typeface="Chivo Medium"/>
                          <a:sym typeface="Chivo Medium"/>
                        </a:rPr>
                        <a:t>22051204124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sng" dirty="0">
                          <a:solidFill>
                            <a:schemeClr val="accent1"/>
                          </a:solidFill>
                          <a:latin typeface="Chivo"/>
                          <a:ea typeface="Chivo"/>
                          <a:cs typeface="Chivo"/>
                          <a:sym typeface="Chivo"/>
                        </a:rPr>
                        <a:t>Sulaiman Amrozi J</a:t>
                      </a:r>
                      <a:r>
                        <a:rPr lang="en-GB" sz="1800" b="1" u="sng" dirty="0" err="1">
                          <a:solidFill>
                            <a:schemeClr val="accent1"/>
                          </a:solidFill>
                          <a:latin typeface="Chivo"/>
                          <a:ea typeface="Chivo"/>
                          <a:cs typeface="Chivo"/>
                          <a:sym typeface="Chivo"/>
                        </a:rPr>
                        <a:t>ailani</a:t>
                      </a:r>
                      <a:endParaRPr sz="1800" b="1" u="sng" dirty="0">
                        <a:solidFill>
                          <a:schemeClr val="accent1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Chivo Medium"/>
                          <a:ea typeface="Chivo Medium"/>
                          <a:cs typeface="Chivo Medium"/>
                          <a:sym typeface="Chivo Medium"/>
                        </a:rPr>
                        <a:t>22051204123</a:t>
                      </a: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sng" dirty="0">
                          <a:solidFill>
                            <a:schemeClr val="accent1"/>
                          </a:solidFill>
                          <a:latin typeface="Chivo"/>
                          <a:ea typeface="Chivo"/>
                          <a:cs typeface="Chivo"/>
                          <a:sym typeface="Chivo"/>
                        </a:rPr>
                        <a:t>Abdullah Mashwan</a:t>
                      </a:r>
                      <a:endParaRPr sz="1800" b="1" u="sng" dirty="0">
                        <a:solidFill>
                          <a:schemeClr val="accent1"/>
                        </a:solidFill>
                        <a:latin typeface="Chivo"/>
                        <a:ea typeface="Chivo"/>
                        <a:cs typeface="Chivo"/>
                        <a:sym typeface="Chiv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hivo Medium"/>
                          <a:ea typeface="Chivo Medium"/>
                          <a:cs typeface="Chivo Medium"/>
                          <a:sym typeface="Chivo Medium"/>
                        </a:rPr>
                        <a:t>22051204126</a:t>
                      </a:r>
                      <a:endParaRPr lang="en" sz="1800" dirty="0">
                        <a:solidFill>
                          <a:schemeClr val="dk1"/>
                        </a:solidFill>
                        <a:latin typeface="Chivo Medium"/>
                        <a:ea typeface="Chivo Medium"/>
                        <a:cs typeface="Chivo Medium"/>
                        <a:sym typeface="Chivo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7"/>
          <p:cNvSpPr txBox="1">
            <a:spLocks noGrp="1"/>
          </p:cNvSpPr>
          <p:nvPr>
            <p:ph type="title"/>
          </p:nvPr>
        </p:nvSpPr>
        <p:spPr>
          <a:xfrm>
            <a:off x="2059650" y="191460"/>
            <a:ext cx="502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649" name="Google Shape;649;p57"/>
          <p:cNvSpPr txBox="1">
            <a:spLocks noGrp="1"/>
          </p:cNvSpPr>
          <p:nvPr>
            <p:ph type="subTitle" idx="1"/>
          </p:nvPr>
        </p:nvSpPr>
        <p:spPr>
          <a:xfrm>
            <a:off x="269711" y="1015111"/>
            <a:ext cx="8604578" cy="235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Pengukuran</a:t>
            </a:r>
            <a:r>
              <a:rPr lang="en-GB" dirty="0"/>
              <a:t> </a:t>
            </a:r>
            <a:r>
              <a:rPr lang="en-GB" dirty="0" err="1"/>
              <a:t>denyut</a:t>
            </a:r>
            <a:r>
              <a:rPr lang="en-GB" dirty="0"/>
              <a:t> </a:t>
            </a:r>
            <a:r>
              <a:rPr lang="en-GB" dirty="0" err="1"/>
              <a:t>nadi</a:t>
            </a:r>
            <a:r>
              <a:rPr lang="en-GB" dirty="0"/>
              <a:t> </a:t>
            </a:r>
            <a:r>
              <a:rPr lang="en-GB" dirty="0" err="1"/>
              <a:t>adalah</a:t>
            </a:r>
            <a:r>
              <a:rPr lang="en-GB" dirty="0"/>
              <a:t> </a:t>
            </a:r>
            <a:r>
              <a:rPr lang="en-GB" dirty="0" err="1"/>
              <a:t>aspek</a:t>
            </a:r>
            <a:r>
              <a:rPr lang="en-GB" dirty="0"/>
              <a:t> </a:t>
            </a:r>
            <a:r>
              <a:rPr lang="en-GB" dirty="0" err="1"/>
              <a:t>penting</a:t>
            </a:r>
            <a:r>
              <a:rPr lang="en-GB" dirty="0"/>
              <a:t> </a:t>
            </a:r>
            <a:r>
              <a:rPr lang="en-GB" dirty="0" err="1"/>
              <a:t>dalam</a:t>
            </a:r>
            <a:r>
              <a:rPr lang="en-GB" dirty="0"/>
              <a:t> </a:t>
            </a:r>
            <a:r>
              <a:rPr lang="en-GB" dirty="0" err="1"/>
              <a:t>pemantauan</a:t>
            </a:r>
            <a:r>
              <a:rPr lang="en-GB" dirty="0"/>
              <a:t> </a:t>
            </a:r>
            <a:r>
              <a:rPr lang="en-GB" dirty="0" err="1"/>
              <a:t>kesehatan</a:t>
            </a:r>
            <a:r>
              <a:rPr lang="en-GB" dirty="0"/>
              <a:t>, </a:t>
            </a:r>
            <a:r>
              <a:rPr lang="en-GB" dirty="0" err="1"/>
              <a:t>memberikan</a:t>
            </a:r>
            <a:r>
              <a:rPr lang="en-GB" dirty="0"/>
              <a:t> </a:t>
            </a:r>
            <a:r>
              <a:rPr lang="en-GB" dirty="0" err="1"/>
              <a:t>informasi</a:t>
            </a:r>
            <a:r>
              <a:rPr lang="en-GB" dirty="0"/>
              <a:t> tentang </a:t>
            </a:r>
            <a:r>
              <a:rPr lang="en-GB" dirty="0" err="1"/>
              <a:t>kondisi</a:t>
            </a:r>
            <a:r>
              <a:rPr lang="en-GB" dirty="0"/>
              <a:t> </a:t>
            </a:r>
            <a:r>
              <a:rPr lang="en-GB" dirty="0" err="1"/>
              <a:t>kardiovaskular</a:t>
            </a:r>
            <a:r>
              <a:rPr lang="en-GB" dirty="0"/>
              <a:t> </a:t>
            </a:r>
            <a:r>
              <a:rPr lang="en-GB" dirty="0" err="1"/>
              <a:t>seseorang</a:t>
            </a:r>
            <a:r>
              <a:rPr lang="en-GB" dirty="0"/>
              <a:t>. </a:t>
            </a:r>
            <a:r>
              <a:rPr lang="en-GB" dirty="0" err="1"/>
              <a:t>Secara</a:t>
            </a:r>
            <a:r>
              <a:rPr lang="en-GB" dirty="0"/>
              <a:t> </a:t>
            </a:r>
            <a:r>
              <a:rPr lang="en-GB" dirty="0" err="1"/>
              <a:t>tradisional</a:t>
            </a:r>
            <a:r>
              <a:rPr lang="en-GB" dirty="0"/>
              <a:t>, </a:t>
            </a:r>
            <a:r>
              <a:rPr lang="en-GB" dirty="0" err="1"/>
              <a:t>pengukuran</a:t>
            </a:r>
            <a:r>
              <a:rPr lang="en-GB" dirty="0"/>
              <a:t> </a:t>
            </a:r>
            <a:r>
              <a:rPr lang="en-GB" dirty="0" err="1"/>
              <a:t>ini</a:t>
            </a:r>
            <a:r>
              <a:rPr lang="en-GB" dirty="0"/>
              <a:t> </a:t>
            </a:r>
            <a:r>
              <a:rPr lang="en-GB" dirty="0" err="1"/>
              <a:t>dilakukan</a:t>
            </a:r>
            <a:r>
              <a:rPr lang="en-GB" dirty="0"/>
              <a:t> </a:t>
            </a:r>
            <a:r>
              <a:rPr lang="en-GB" dirty="0" err="1"/>
              <a:t>melalui</a:t>
            </a:r>
            <a:r>
              <a:rPr lang="en-GB" dirty="0"/>
              <a:t> </a:t>
            </a:r>
            <a:r>
              <a:rPr lang="en-GB" dirty="0" err="1"/>
              <a:t>alat-alat</a:t>
            </a:r>
            <a:r>
              <a:rPr lang="en-GB" dirty="0"/>
              <a:t> </a:t>
            </a:r>
            <a:r>
              <a:rPr lang="en-GB" dirty="0" err="1"/>
              <a:t>medis</a:t>
            </a:r>
            <a:r>
              <a:rPr lang="en-GB" dirty="0"/>
              <a:t> yang </a:t>
            </a:r>
            <a:r>
              <a:rPr lang="en-GB" dirty="0" err="1"/>
              <a:t>memerlukan</a:t>
            </a:r>
            <a:r>
              <a:rPr lang="en-GB" dirty="0"/>
              <a:t> </a:t>
            </a:r>
            <a:r>
              <a:rPr lang="en-GB" dirty="0" err="1"/>
              <a:t>kontak</a:t>
            </a:r>
            <a:r>
              <a:rPr lang="en-GB" dirty="0"/>
              <a:t> </a:t>
            </a:r>
            <a:r>
              <a:rPr lang="en-GB" dirty="0" err="1"/>
              <a:t>fisik</a:t>
            </a:r>
            <a:r>
              <a:rPr lang="en-GB" dirty="0"/>
              <a:t>. </a:t>
            </a:r>
            <a:r>
              <a:rPr lang="en-GB" dirty="0" err="1"/>
              <a:t>Namun</a:t>
            </a:r>
            <a:r>
              <a:rPr lang="en-GB" dirty="0"/>
              <a:t>, dengan </a:t>
            </a:r>
            <a:r>
              <a:rPr lang="en-GB" dirty="0" err="1"/>
              <a:t>perkembangan</a:t>
            </a:r>
            <a:r>
              <a:rPr lang="en-GB" dirty="0"/>
              <a:t> </a:t>
            </a:r>
            <a:r>
              <a:rPr lang="en-GB" dirty="0" err="1"/>
              <a:t>teknologi</a:t>
            </a:r>
            <a:r>
              <a:rPr lang="en-GB" dirty="0"/>
              <a:t> </a:t>
            </a:r>
            <a:r>
              <a:rPr lang="en-GB" dirty="0" err="1"/>
              <a:t>pengolahan</a:t>
            </a:r>
            <a:r>
              <a:rPr lang="en-GB" dirty="0"/>
              <a:t> </a:t>
            </a:r>
            <a:r>
              <a:rPr lang="en-GB" dirty="0" err="1"/>
              <a:t>citra</a:t>
            </a:r>
            <a:r>
              <a:rPr lang="en-GB" dirty="0"/>
              <a:t> digital, </a:t>
            </a:r>
            <a:r>
              <a:rPr lang="en-GB" dirty="0" err="1"/>
              <a:t>pendekatan</a:t>
            </a:r>
            <a:r>
              <a:rPr lang="en-GB" dirty="0"/>
              <a:t> </a:t>
            </a:r>
            <a:r>
              <a:rPr lang="en-GB" dirty="0" err="1"/>
              <a:t>tanpa</a:t>
            </a:r>
            <a:r>
              <a:rPr lang="en-GB" dirty="0"/>
              <a:t> </a:t>
            </a:r>
            <a:r>
              <a:rPr lang="en-GB" dirty="0" err="1"/>
              <a:t>kontak</a:t>
            </a:r>
            <a:r>
              <a:rPr lang="en-GB" dirty="0"/>
              <a:t> </a:t>
            </a:r>
            <a:r>
              <a:rPr lang="en-GB" dirty="0" err="1"/>
              <a:t>mulai</a:t>
            </a:r>
            <a:r>
              <a:rPr lang="en-GB" dirty="0"/>
              <a:t> </a:t>
            </a:r>
            <a:r>
              <a:rPr lang="en-GB" dirty="0" err="1"/>
              <a:t>muncul</a:t>
            </a:r>
            <a:r>
              <a:rPr lang="en-GB" dirty="0"/>
              <a:t> </a:t>
            </a:r>
            <a:r>
              <a:rPr lang="en-GB" dirty="0" err="1"/>
              <a:t>sebagai</a:t>
            </a:r>
            <a:r>
              <a:rPr lang="en-GB" dirty="0"/>
              <a:t> </a:t>
            </a:r>
            <a:r>
              <a:rPr lang="en-GB" dirty="0" err="1"/>
              <a:t>alternatif</a:t>
            </a:r>
            <a:r>
              <a:rPr lang="en-GB" dirty="0"/>
              <a:t> yang </a:t>
            </a:r>
            <a:r>
              <a:rPr lang="en-GB" dirty="0" err="1"/>
              <a:t>menarik</a:t>
            </a:r>
            <a:r>
              <a:rPr lang="en-GB" dirty="0"/>
              <a:t>, </a:t>
            </a:r>
            <a:r>
              <a:rPr lang="en-GB" dirty="0" err="1"/>
              <a:t>memanfaatkan</a:t>
            </a:r>
            <a:r>
              <a:rPr lang="en-GB" dirty="0"/>
              <a:t> video </a:t>
            </a:r>
            <a:r>
              <a:rPr lang="en-GB" dirty="0" err="1"/>
              <a:t>wajah</a:t>
            </a:r>
            <a:r>
              <a:rPr lang="en-GB" dirty="0"/>
              <a:t> untuk </a:t>
            </a:r>
            <a:r>
              <a:rPr lang="en-GB" dirty="0" err="1"/>
              <a:t>mengukur</a:t>
            </a:r>
            <a:r>
              <a:rPr lang="en-GB" dirty="0"/>
              <a:t> </a:t>
            </a:r>
            <a:r>
              <a:rPr lang="en-GB" dirty="0" err="1"/>
              <a:t>denyut</a:t>
            </a:r>
            <a:r>
              <a:rPr lang="en-GB" dirty="0"/>
              <a:t> </a:t>
            </a:r>
            <a:r>
              <a:rPr lang="en-GB" dirty="0" err="1"/>
              <a:t>nadi</a:t>
            </a:r>
            <a:r>
              <a:rPr lang="en-GB" dirty="0"/>
              <a:t> </a:t>
            </a:r>
            <a:r>
              <a:rPr lang="en-GB" dirty="0" err="1"/>
              <a:t>secara</a:t>
            </a:r>
            <a:r>
              <a:rPr lang="en-GB" dirty="0"/>
              <a:t> </a:t>
            </a:r>
            <a:r>
              <a:rPr lang="en-GB" dirty="0" err="1"/>
              <a:t>akurat</a:t>
            </a:r>
            <a:r>
              <a:rPr lang="en-GB" dirty="0"/>
              <a:t> dan </a:t>
            </a:r>
            <a:r>
              <a:rPr lang="en-GB" dirty="0" err="1"/>
              <a:t>realtime</a:t>
            </a:r>
            <a:r>
              <a:rPr lang="en-GB" dirty="0"/>
              <a:t>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dirty="0" err="1"/>
              <a:t>Metode</a:t>
            </a:r>
            <a:r>
              <a:rPr lang="en-GB" dirty="0"/>
              <a:t> </a:t>
            </a:r>
            <a:r>
              <a:rPr lang="en-GB" dirty="0" err="1"/>
              <a:t>pengolahan</a:t>
            </a:r>
            <a:r>
              <a:rPr lang="en-GB" dirty="0"/>
              <a:t> </a:t>
            </a:r>
            <a:r>
              <a:rPr lang="en-GB" dirty="0" err="1"/>
              <a:t>citra</a:t>
            </a:r>
            <a:r>
              <a:rPr lang="en-GB" dirty="0"/>
              <a:t> digital </a:t>
            </a:r>
            <a:r>
              <a:rPr lang="en-GB" dirty="0" err="1"/>
              <a:t>memungkinkan</a:t>
            </a:r>
            <a:r>
              <a:rPr lang="en-GB" dirty="0"/>
              <a:t> </a:t>
            </a:r>
            <a:r>
              <a:rPr lang="en-GB" dirty="0" err="1"/>
              <a:t>ekstraksi</a:t>
            </a:r>
            <a:r>
              <a:rPr lang="en-GB" dirty="0"/>
              <a:t> </a:t>
            </a:r>
            <a:r>
              <a:rPr lang="en-GB" dirty="0" err="1"/>
              <a:t>sinyal</a:t>
            </a:r>
            <a:r>
              <a:rPr lang="en-GB" dirty="0"/>
              <a:t> </a:t>
            </a:r>
            <a:r>
              <a:rPr lang="en-GB" dirty="0" err="1"/>
              <a:t>denyut</a:t>
            </a:r>
            <a:r>
              <a:rPr lang="en-GB" dirty="0"/>
              <a:t> </a:t>
            </a:r>
            <a:r>
              <a:rPr lang="en-GB" dirty="0" err="1"/>
              <a:t>nadi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video </a:t>
            </a:r>
            <a:r>
              <a:rPr lang="en-GB" dirty="0" err="1"/>
              <a:t>wajah</a:t>
            </a:r>
            <a:r>
              <a:rPr lang="en-GB" dirty="0"/>
              <a:t> </a:t>
            </a:r>
            <a:r>
              <a:rPr lang="en-GB" dirty="0" err="1"/>
              <a:t>melalui</a:t>
            </a:r>
            <a:r>
              <a:rPr lang="en-GB" dirty="0"/>
              <a:t> </a:t>
            </a:r>
            <a:r>
              <a:rPr lang="en-GB" dirty="0" err="1"/>
              <a:t>analisis</a:t>
            </a:r>
            <a:r>
              <a:rPr lang="en-GB" dirty="0"/>
              <a:t> </a:t>
            </a:r>
            <a:r>
              <a:rPr lang="en-GB" dirty="0" err="1"/>
              <a:t>perubahan</a:t>
            </a:r>
            <a:r>
              <a:rPr lang="en-GB" dirty="0"/>
              <a:t> </a:t>
            </a:r>
            <a:r>
              <a:rPr lang="en-GB" dirty="0" err="1"/>
              <a:t>warna</a:t>
            </a:r>
            <a:r>
              <a:rPr lang="en-GB" dirty="0"/>
              <a:t> </a:t>
            </a:r>
            <a:r>
              <a:rPr lang="en-GB" dirty="0" err="1"/>
              <a:t>kulit</a:t>
            </a:r>
            <a:r>
              <a:rPr lang="en-GB" dirty="0"/>
              <a:t> yang </a:t>
            </a:r>
            <a:r>
              <a:rPr lang="en-GB" dirty="0" err="1"/>
              <a:t>halus</a:t>
            </a:r>
            <a:r>
              <a:rPr lang="en-GB" dirty="0"/>
              <a:t>, </a:t>
            </a:r>
            <a:r>
              <a:rPr lang="en-GB" dirty="0" err="1"/>
              <a:t>memanfaatkan</a:t>
            </a:r>
            <a:r>
              <a:rPr lang="en-GB" dirty="0"/>
              <a:t> </a:t>
            </a:r>
            <a:r>
              <a:rPr lang="en-GB" dirty="0" err="1"/>
              <a:t>fakta</a:t>
            </a:r>
            <a:r>
              <a:rPr lang="en-GB" dirty="0"/>
              <a:t> </a:t>
            </a:r>
            <a:r>
              <a:rPr lang="en-GB" dirty="0" err="1"/>
              <a:t>bahwa</a:t>
            </a:r>
            <a:r>
              <a:rPr lang="en-GB" dirty="0"/>
              <a:t> </a:t>
            </a:r>
            <a:r>
              <a:rPr lang="en-GB" dirty="0" err="1"/>
              <a:t>aliran</a:t>
            </a:r>
            <a:r>
              <a:rPr lang="en-GB" dirty="0"/>
              <a:t> </a:t>
            </a:r>
            <a:r>
              <a:rPr lang="en-GB" dirty="0" err="1"/>
              <a:t>darah</a:t>
            </a:r>
            <a:r>
              <a:rPr lang="en-GB" dirty="0"/>
              <a:t> di </a:t>
            </a:r>
            <a:r>
              <a:rPr lang="en-GB" dirty="0" err="1"/>
              <a:t>bawah</a:t>
            </a:r>
            <a:r>
              <a:rPr lang="en-GB" dirty="0"/>
              <a:t> </a:t>
            </a:r>
            <a:r>
              <a:rPr lang="en-GB" dirty="0" err="1"/>
              <a:t>kulit</a:t>
            </a:r>
            <a:r>
              <a:rPr lang="en-GB" dirty="0"/>
              <a:t> </a:t>
            </a:r>
            <a:r>
              <a:rPr lang="en-GB" dirty="0" err="1"/>
              <a:t>menyebabkan</a:t>
            </a:r>
            <a:r>
              <a:rPr lang="en-GB" dirty="0"/>
              <a:t> </a:t>
            </a:r>
            <a:r>
              <a:rPr lang="en-GB" dirty="0" err="1"/>
              <a:t>perubahan</a:t>
            </a:r>
            <a:r>
              <a:rPr lang="en-GB" dirty="0"/>
              <a:t> </a:t>
            </a:r>
            <a:r>
              <a:rPr lang="en-GB" dirty="0" err="1"/>
              <a:t>kecil</a:t>
            </a:r>
            <a:r>
              <a:rPr lang="en-GB" dirty="0"/>
              <a:t> pada </a:t>
            </a:r>
            <a:r>
              <a:rPr lang="en-GB" dirty="0" err="1"/>
              <a:t>warna</a:t>
            </a:r>
            <a:r>
              <a:rPr lang="en-GB" dirty="0"/>
              <a:t> </a:t>
            </a:r>
            <a:r>
              <a:rPr lang="en-GB" dirty="0" err="1"/>
              <a:t>wajah</a:t>
            </a:r>
            <a:r>
              <a:rPr lang="en-GB" dirty="0"/>
              <a:t> yang dapat </a:t>
            </a:r>
            <a:r>
              <a:rPr lang="en-GB" dirty="0" err="1"/>
              <a:t>dideteksi</a:t>
            </a:r>
            <a:r>
              <a:rPr lang="en-GB" dirty="0"/>
              <a:t> oleh </a:t>
            </a:r>
            <a:r>
              <a:rPr lang="en-GB" dirty="0" err="1"/>
              <a:t>kamera</a:t>
            </a:r>
            <a:r>
              <a:rPr lang="en-GB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Landasan Teori</a:t>
            </a:r>
            <a:endParaRPr dirty="0"/>
          </a:p>
        </p:txBody>
      </p:sp>
      <p:sp>
        <p:nvSpPr>
          <p:cNvPr id="228" name="Google Shape;228;p35"/>
          <p:cNvSpPr txBox="1">
            <a:spLocks noGrp="1"/>
          </p:cNvSpPr>
          <p:nvPr>
            <p:ph type="subTitle" idx="3"/>
          </p:nvPr>
        </p:nvSpPr>
        <p:spPr>
          <a:xfrm>
            <a:off x="4572012" y="4048725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langkah</a:t>
            </a:r>
            <a:r>
              <a:rPr lang="en-GB" dirty="0"/>
              <a:t> </a:t>
            </a:r>
            <a:r>
              <a:rPr lang="en-GB" dirty="0" err="1"/>
              <a:t>dalam</a:t>
            </a:r>
            <a:endParaRPr lang="en-GB" dirty="0"/>
          </a:p>
          <a:p>
            <a:pPr marL="0" lvl="0" indent="0"/>
            <a:r>
              <a:rPr lang="en-GB" dirty="0" err="1"/>
              <a:t>pengolahan</a:t>
            </a:r>
            <a:r>
              <a:rPr lang="en-GB" dirty="0"/>
              <a:t> </a:t>
            </a:r>
            <a:r>
              <a:rPr lang="en-GB" dirty="0" err="1"/>
              <a:t>citra</a:t>
            </a:r>
            <a:r>
              <a:rPr lang="en-GB" dirty="0"/>
              <a:t>.</a:t>
            </a:r>
            <a:endParaRPr sz="1600" dirty="0"/>
          </a:p>
        </p:txBody>
      </p:sp>
      <p:sp>
        <p:nvSpPr>
          <p:cNvPr id="229" name="Google Shape;229;p35"/>
          <p:cNvSpPr txBox="1">
            <a:spLocks noGrp="1"/>
          </p:cNvSpPr>
          <p:nvPr>
            <p:ph type="subTitle" idx="1"/>
          </p:nvPr>
        </p:nvSpPr>
        <p:spPr>
          <a:xfrm>
            <a:off x="326837" y="2050877"/>
            <a:ext cx="296836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dirty="0" err="1"/>
              <a:t>Pemerograman</a:t>
            </a:r>
            <a:r>
              <a:rPr lang="en-GB" dirty="0"/>
              <a:t> </a:t>
            </a:r>
            <a:r>
              <a:rPr lang="en-GB" dirty="0" err="1"/>
              <a:t>bersifat</a:t>
            </a:r>
            <a:endParaRPr lang="en-GB" dirty="0"/>
          </a:p>
          <a:p>
            <a:pPr algn="l"/>
            <a:r>
              <a:rPr lang="en-GB" dirty="0" err="1"/>
              <a:t>interpretatif</a:t>
            </a:r>
            <a:r>
              <a:rPr lang="en-GB" dirty="0"/>
              <a:t> dan </a:t>
            </a:r>
            <a:r>
              <a:rPr lang="en-GB" dirty="0" err="1"/>
              <a:t>serbaguna</a:t>
            </a:r>
            <a:r>
              <a:rPr lang="en-GB" dirty="0"/>
              <a:t>,.</a:t>
            </a:r>
            <a:endParaRPr dirty="0"/>
          </a:p>
        </p:txBody>
      </p:sp>
      <p:sp>
        <p:nvSpPr>
          <p:cNvPr id="230" name="Google Shape;230;p35"/>
          <p:cNvSpPr txBox="1">
            <a:spLocks noGrp="1"/>
          </p:cNvSpPr>
          <p:nvPr>
            <p:ph type="subTitle" idx="2"/>
          </p:nvPr>
        </p:nvSpPr>
        <p:spPr>
          <a:xfrm>
            <a:off x="1510350" y="4048725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algoritma</a:t>
            </a:r>
            <a:r>
              <a:rPr lang="en-GB" dirty="0"/>
              <a:t> yang </a:t>
            </a:r>
            <a:r>
              <a:rPr lang="en-GB" dirty="0" err="1"/>
              <a:t>digunakan</a:t>
            </a:r>
            <a:r>
              <a:rPr lang="en-GB" dirty="0"/>
              <a:t> untuk </a:t>
            </a:r>
            <a:r>
              <a:rPr lang="en-GB" dirty="0" err="1"/>
              <a:t>mendeteksi</a:t>
            </a:r>
            <a:r>
              <a:rPr lang="en-GB" dirty="0"/>
              <a:t> </a:t>
            </a:r>
            <a:r>
              <a:rPr lang="en-GB" dirty="0" err="1"/>
              <a:t>wajah</a:t>
            </a:r>
            <a:endParaRPr dirty="0"/>
          </a:p>
        </p:txBody>
      </p:sp>
      <p:sp>
        <p:nvSpPr>
          <p:cNvPr id="231" name="Google Shape;231;p35"/>
          <p:cNvSpPr txBox="1">
            <a:spLocks noGrp="1"/>
          </p:cNvSpPr>
          <p:nvPr>
            <p:ph type="subTitle" idx="4"/>
          </p:nvPr>
        </p:nvSpPr>
        <p:spPr>
          <a:xfrm>
            <a:off x="3328350" y="2088623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pustaka</a:t>
            </a:r>
            <a:r>
              <a:rPr lang="en-GB" dirty="0"/>
              <a:t> </a:t>
            </a:r>
            <a:r>
              <a:rPr lang="en-GB" dirty="0" err="1"/>
              <a:t>sumber</a:t>
            </a:r>
            <a:r>
              <a:rPr lang="en-GB" dirty="0"/>
              <a:t> </a:t>
            </a:r>
            <a:r>
              <a:rPr lang="en-GB" dirty="0" err="1"/>
              <a:t>terbuka</a:t>
            </a:r>
            <a:r>
              <a:rPr lang="en-GB" dirty="0"/>
              <a:t> untuk </a:t>
            </a:r>
            <a:r>
              <a:rPr lang="en-GB" dirty="0" err="1"/>
              <a:t>pemrosesan</a:t>
            </a:r>
            <a:r>
              <a:rPr lang="en-GB" dirty="0"/>
              <a:t> </a:t>
            </a:r>
            <a:r>
              <a:rPr lang="en-GB" dirty="0" err="1"/>
              <a:t>citra</a:t>
            </a:r>
            <a:endParaRPr dirty="0"/>
          </a:p>
        </p:txBody>
      </p:sp>
      <p:sp>
        <p:nvSpPr>
          <p:cNvPr id="232" name="Google Shape;232;p35"/>
          <p:cNvSpPr txBox="1">
            <a:spLocks noGrp="1"/>
          </p:cNvSpPr>
          <p:nvPr>
            <p:ph type="title" idx="5"/>
          </p:nvPr>
        </p:nvSpPr>
        <p:spPr>
          <a:xfrm>
            <a:off x="1142525" y="1187431"/>
            <a:ext cx="735600" cy="572700"/>
          </a:xfrm>
          <a:prstGeom prst="rect">
            <a:avLst/>
          </a:prstGeom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33" name="Google Shape;233;p35"/>
          <p:cNvSpPr txBox="1">
            <a:spLocks noGrp="1"/>
          </p:cNvSpPr>
          <p:nvPr>
            <p:ph type="title" idx="6"/>
          </p:nvPr>
        </p:nvSpPr>
        <p:spPr>
          <a:xfrm>
            <a:off x="5447875" y="3051125"/>
            <a:ext cx="735600" cy="572700"/>
          </a:xfrm>
          <a:prstGeom prst="rect">
            <a:avLst/>
          </a:prstGeom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34" name="Google Shape;234;p35"/>
          <p:cNvSpPr txBox="1">
            <a:spLocks noGrp="1"/>
          </p:cNvSpPr>
          <p:nvPr>
            <p:ph type="title" idx="7"/>
          </p:nvPr>
        </p:nvSpPr>
        <p:spPr>
          <a:xfrm>
            <a:off x="2386225" y="3051125"/>
            <a:ext cx="735600" cy="572700"/>
          </a:xfrm>
          <a:prstGeom prst="rect">
            <a:avLst/>
          </a:prstGeom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35" name="Google Shape;235;p35"/>
          <p:cNvSpPr txBox="1">
            <a:spLocks noGrp="1"/>
          </p:cNvSpPr>
          <p:nvPr>
            <p:ph type="title" idx="8"/>
          </p:nvPr>
        </p:nvSpPr>
        <p:spPr>
          <a:xfrm>
            <a:off x="4204225" y="1203175"/>
            <a:ext cx="735600" cy="572700"/>
          </a:xfrm>
          <a:prstGeom prst="rect">
            <a:avLst/>
          </a:prstGeom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37" name="Google Shape;237;p35"/>
          <p:cNvSpPr txBox="1">
            <a:spLocks noGrp="1"/>
          </p:cNvSpPr>
          <p:nvPr>
            <p:ph type="subTitle" idx="13"/>
          </p:nvPr>
        </p:nvSpPr>
        <p:spPr>
          <a:xfrm>
            <a:off x="5541209" y="2130044"/>
            <a:ext cx="24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Paket</a:t>
            </a:r>
            <a:r>
              <a:rPr lang="en-GB" dirty="0"/>
              <a:t> Dasar Untuk </a:t>
            </a:r>
            <a:r>
              <a:rPr lang="en-GB" dirty="0" err="1"/>
              <a:t>Komputasi</a:t>
            </a:r>
            <a:r>
              <a:rPr lang="en-GB" dirty="0"/>
              <a:t> </a:t>
            </a:r>
            <a:r>
              <a:rPr lang="en-GB" dirty="0" err="1"/>
              <a:t>Ilmiah</a:t>
            </a:r>
            <a:endParaRPr dirty="0"/>
          </a:p>
        </p:txBody>
      </p:sp>
      <p:sp>
        <p:nvSpPr>
          <p:cNvPr id="239" name="Google Shape;239;p35"/>
          <p:cNvSpPr txBox="1">
            <a:spLocks noGrp="1"/>
          </p:cNvSpPr>
          <p:nvPr>
            <p:ph type="title" idx="15"/>
          </p:nvPr>
        </p:nvSpPr>
        <p:spPr>
          <a:xfrm>
            <a:off x="6757850" y="1203175"/>
            <a:ext cx="735600" cy="572700"/>
          </a:xfrm>
          <a:prstGeom prst="rect">
            <a:avLst/>
          </a:prstGeom>
        </p:spPr>
        <p:txBody>
          <a:bodyPr spcFirstLastPara="1" wrap="square" lIns="91425" tIns="155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subTitle" idx="16"/>
          </p:nvPr>
        </p:nvSpPr>
        <p:spPr>
          <a:xfrm>
            <a:off x="266650" y="1902281"/>
            <a:ext cx="24873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Python</a:t>
            </a:r>
            <a:endParaRPr dirty="0"/>
          </a:p>
        </p:txBody>
      </p:sp>
      <p:sp>
        <p:nvSpPr>
          <p:cNvPr id="241" name="Google Shape;241;p35"/>
          <p:cNvSpPr txBox="1">
            <a:spLocks noGrp="1"/>
          </p:cNvSpPr>
          <p:nvPr>
            <p:ph type="subTitle" idx="17"/>
          </p:nvPr>
        </p:nvSpPr>
        <p:spPr>
          <a:xfrm>
            <a:off x="1510350" y="3959921"/>
            <a:ext cx="24873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Haar Cascade Classifier</a:t>
            </a:r>
            <a:endParaRPr dirty="0"/>
          </a:p>
        </p:txBody>
      </p:sp>
      <p:sp>
        <p:nvSpPr>
          <p:cNvPr id="242" name="Google Shape;242;p35"/>
          <p:cNvSpPr txBox="1">
            <a:spLocks noGrp="1"/>
          </p:cNvSpPr>
          <p:nvPr>
            <p:ph type="subTitle" idx="18"/>
          </p:nvPr>
        </p:nvSpPr>
        <p:spPr>
          <a:xfrm>
            <a:off x="4572000" y="3767321"/>
            <a:ext cx="24873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b="0" dirty="0" err="1"/>
              <a:t>Preprocessing</a:t>
            </a:r>
            <a:r>
              <a:rPr lang="en-GB" b="0" dirty="0"/>
              <a:t> Citra</a:t>
            </a:r>
            <a:endParaRPr dirty="0"/>
          </a:p>
        </p:txBody>
      </p:sp>
      <p:sp>
        <p:nvSpPr>
          <p:cNvPr id="243" name="Google Shape;243;p35"/>
          <p:cNvSpPr txBox="1">
            <a:spLocks noGrp="1"/>
          </p:cNvSpPr>
          <p:nvPr>
            <p:ph type="subTitle" idx="19"/>
          </p:nvPr>
        </p:nvSpPr>
        <p:spPr>
          <a:xfrm>
            <a:off x="3328362" y="1918025"/>
            <a:ext cx="24873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it-IT" dirty="0"/>
              <a:t>OpenCV</a:t>
            </a:r>
            <a:endParaRPr dirty="0"/>
          </a:p>
        </p:txBody>
      </p:sp>
      <p:sp>
        <p:nvSpPr>
          <p:cNvPr id="245" name="Google Shape;245;p35"/>
          <p:cNvSpPr txBox="1">
            <a:spLocks noGrp="1"/>
          </p:cNvSpPr>
          <p:nvPr>
            <p:ph type="subTitle" idx="21"/>
          </p:nvPr>
        </p:nvSpPr>
        <p:spPr>
          <a:xfrm>
            <a:off x="5881950" y="1918025"/>
            <a:ext cx="24873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Numpy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>
            <a:spLocks noGrp="1"/>
          </p:cNvSpPr>
          <p:nvPr>
            <p:ph type="title"/>
          </p:nvPr>
        </p:nvSpPr>
        <p:spPr>
          <a:xfrm>
            <a:off x="720000" y="1696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 err="1"/>
              <a:t>Metode</a:t>
            </a:r>
            <a:r>
              <a:rPr lang="en-GB" dirty="0"/>
              <a:t> </a:t>
            </a:r>
            <a:r>
              <a:rPr lang="en-GB" dirty="0" err="1"/>
              <a:t>Praktikum</a:t>
            </a:r>
            <a:endParaRPr dirty="0"/>
          </a:p>
        </p:txBody>
      </p:sp>
      <p:sp>
        <p:nvSpPr>
          <p:cNvPr id="264" name="Google Shape;264;p37"/>
          <p:cNvSpPr txBox="1">
            <a:spLocks noGrp="1"/>
          </p:cNvSpPr>
          <p:nvPr>
            <p:ph type="subTitle" idx="2"/>
          </p:nvPr>
        </p:nvSpPr>
        <p:spPr>
          <a:xfrm>
            <a:off x="3393866" y="2585577"/>
            <a:ext cx="2526900" cy="18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 err="1"/>
              <a:t>gion</a:t>
            </a:r>
            <a:r>
              <a:rPr lang="en-GB" dirty="0"/>
              <a:t> of Interest (ROI). </a:t>
            </a:r>
            <a:r>
              <a:rPr lang="en-GB" dirty="0" err="1"/>
              <a:t>Ini</a:t>
            </a:r>
            <a:r>
              <a:rPr lang="en-GB" dirty="0"/>
              <a:t> </a:t>
            </a:r>
            <a:r>
              <a:rPr lang="en-GB" dirty="0" err="1"/>
              <a:t>memungkinkan</a:t>
            </a:r>
            <a:r>
              <a:rPr lang="en-GB" dirty="0"/>
              <a:t> program untuk </a:t>
            </a:r>
            <a:r>
              <a:rPr lang="en-GB" dirty="0" err="1"/>
              <a:t>fokus</a:t>
            </a:r>
            <a:r>
              <a:rPr lang="en-GB" dirty="0"/>
              <a:t> pada area </a:t>
            </a:r>
            <a:r>
              <a:rPr lang="en-GB" dirty="0" err="1"/>
              <a:t>spesifik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</a:t>
            </a:r>
            <a:r>
              <a:rPr lang="en-GB" dirty="0" err="1"/>
              <a:t>wajah</a:t>
            </a:r>
            <a:r>
              <a:rPr lang="en-GB" dirty="0"/>
              <a:t> yang </a:t>
            </a:r>
            <a:r>
              <a:rPr lang="en-GB" dirty="0" err="1"/>
              <a:t>akan</a:t>
            </a:r>
            <a:r>
              <a:rPr lang="en-GB" dirty="0"/>
              <a:t> </a:t>
            </a:r>
            <a:r>
              <a:rPr lang="en-GB" dirty="0" err="1"/>
              <a:t>diproses</a:t>
            </a:r>
            <a:r>
              <a:rPr lang="en-GB" dirty="0"/>
              <a:t> lebih </a:t>
            </a:r>
            <a:r>
              <a:rPr lang="en-GB" dirty="0" err="1"/>
              <a:t>lanjut</a:t>
            </a:r>
            <a:r>
              <a:rPr lang="en-GB" dirty="0"/>
              <a:t>.</a:t>
            </a:r>
          </a:p>
        </p:txBody>
      </p:sp>
      <p:sp>
        <p:nvSpPr>
          <p:cNvPr id="265" name="Google Shape;265;p37"/>
          <p:cNvSpPr txBox="1">
            <a:spLocks noGrp="1"/>
          </p:cNvSpPr>
          <p:nvPr>
            <p:ph type="subTitle" idx="3"/>
          </p:nvPr>
        </p:nvSpPr>
        <p:spPr>
          <a:xfrm>
            <a:off x="5780684" y="2575489"/>
            <a:ext cx="2905377" cy="18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 </a:t>
            </a:r>
            <a:r>
              <a:rPr lang="en-GB" dirty="0" err="1"/>
              <a:t>rektifikasi</a:t>
            </a:r>
            <a:r>
              <a:rPr lang="en-GB" dirty="0"/>
              <a:t> </a:t>
            </a:r>
            <a:r>
              <a:rPr lang="en-GB" dirty="0" err="1"/>
              <a:t>pencahayaan</a:t>
            </a:r>
            <a:r>
              <a:rPr lang="en-GB" dirty="0"/>
              <a:t> untuk </a:t>
            </a:r>
            <a:r>
              <a:rPr lang="en-GB" dirty="0" err="1"/>
              <a:t>ROI,penghilangan</a:t>
            </a:r>
            <a:r>
              <a:rPr lang="en-GB" dirty="0"/>
              <a:t> </a:t>
            </a:r>
            <a:r>
              <a:rPr lang="en-GB" dirty="0" err="1"/>
              <a:t>gerakan</a:t>
            </a:r>
            <a:r>
              <a:rPr lang="en-GB" dirty="0"/>
              <a:t> non-rigid untuk </a:t>
            </a:r>
            <a:r>
              <a:rPr lang="en-GB" dirty="0" err="1"/>
              <a:t>mengurangi</a:t>
            </a:r>
            <a:r>
              <a:rPr lang="en-GB" dirty="0"/>
              <a:t> </a:t>
            </a:r>
            <a:r>
              <a:rPr lang="en-GB" dirty="0" err="1"/>
              <a:t>efek</a:t>
            </a:r>
            <a:r>
              <a:rPr lang="en-GB" dirty="0"/>
              <a:t> </a:t>
            </a:r>
            <a:r>
              <a:rPr lang="en-GB" dirty="0" err="1"/>
              <a:t>gerakan</a:t>
            </a:r>
            <a:r>
              <a:rPr lang="en-GB" dirty="0"/>
              <a:t> yang tidak </a:t>
            </a:r>
            <a:r>
              <a:rPr lang="en-GB" dirty="0" err="1"/>
              <a:t>diinginkan</a:t>
            </a:r>
            <a:r>
              <a:rPr lang="en-GB" dirty="0"/>
              <a:t>, dan filtering temporal untuk </a:t>
            </a:r>
            <a:r>
              <a:rPr lang="en-GB" dirty="0" err="1"/>
              <a:t>mengurangi</a:t>
            </a:r>
            <a:r>
              <a:rPr lang="en-GB" dirty="0"/>
              <a:t> noise </a:t>
            </a:r>
            <a:r>
              <a:rPr lang="en-GB" dirty="0" err="1"/>
              <a:t>serangkaian</a:t>
            </a:r>
            <a:r>
              <a:rPr lang="en-GB" dirty="0"/>
              <a:t> frame video.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266" name="Google Shape;266;p37"/>
          <p:cNvSpPr txBox="1">
            <a:spLocks noGrp="1"/>
          </p:cNvSpPr>
          <p:nvPr>
            <p:ph type="subTitle" idx="4"/>
          </p:nvPr>
        </p:nvSpPr>
        <p:spPr>
          <a:xfrm>
            <a:off x="132007" y="2241688"/>
            <a:ext cx="3378275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fi-FI" dirty="0"/>
              <a:t>Inisialisasi Kamera</a:t>
            </a:r>
          </a:p>
          <a:p>
            <a:r>
              <a:rPr lang="fi-FI" dirty="0"/>
              <a:t> &amp; Deteksi Wajah</a:t>
            </a:r>
            <a:endParaRPr lang="fi-FI" b="0" dirty="0"/>
          </a:p>
        </p:txBody>
      </p:sp>
      <p:sp>
        <p:nvSpPr>
          <p:cNvPr id="267" name="Google Shape;267;p37"/>
          <p:cNvSpPr txBox="1">
            <a:spLocks noGrp="1"/>
          </p:cNvSpPr>
          <p:nvPr>
            <p:ph type="subTitle" idx="5"/>
          </p:nvPr>
        </p:nvSpPr>
        <p:spPr>
          <a:xfrm>
            <a:off x="3370200" y="2249851"/>
            <a:ext cx="2526900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 err="1"/>
              <a:t>Pelacakan</a:t>
            </a:r>
            <a:r>
              <a:rPr lang="en-GB" dirty="0"/>
              <a:t> Region of Interest (ROI)   </a:t>
            </a:r>
            <a:endParaRPr dirty="0"/>
          </a:p>
        </p:txBody>
      </p:sp>
      <p:sp>
        <p:nvSpPr>
          <p:cNvPr id="268" name="Google Shape;268;p37"/>
          <p:cNvSpPr txBox="1">
            <a:spLocks noGrp="1"/>
          </p:cNvSpPr>
          <p:nvPr>
            <p:ph type="subTitle" idx="6"/>
          </p:nvPr>
        </p:nvSpPr>
        <p:spPr>
          <a:xfrm>
            <a:off x="6125684" y="2222465"/>
            <a:ext cx="2526900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ES" dirty="0" err="1"/>
              <a:t>Pra</a:t>
            </a:r>
            <a:r>
              <a:rPr lang="es-ES" dirty="0"/>
              <a:t> </a:t>
            </a:r>
            <a:r>
              <a:rPr lang="es-ES" dirty="0" err="1"/>
              <a:t>Proses</a:t>
            </a:r>
            <a:r>
              <a:rPr lang="es-ES" dirty="0"/>
              <a:t> dan </a:t>
            </a:r>
            <a:r>
              <a:rPr lang="es-ES" dirty="0" err="1"/>
              <a:t>Analisis</a:t>
            </a:r>
            <a:r>
              <a:rPr lang="es-ES" dirty="0"/>
              <a:t> </a:t>
            </a:r>
            <a:r>
              <a:rPr lang="es-ES" dirty="0" err="1"/>
              <a:t>Wajah</a:t>
            </a:r>
            <a:endParaRPr lang="es-ES" dirty="0"/>
          </a:p>
        </p:txBody>
      </p:sp>
      <p:sp>
        <p:nvSpPr>
          <p:cNvPr id="269" name="Google Shape;269;p37"/>
          <p:cNvSpPr/>
          <p:nvPr/>
        </p:nvSpPr>
        <p:spPr>
          <a:xfrm>
            <a:off x="1638450" y="1327777"/>
            <a:ext cx="6900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7"/>
          <p:cNvSpPr/>
          <p:nvPr/>
        </p:nvSpPr>
        <p:spPr>
          <a:xfrm>
            <a:off x="4227000" y="1327777"/>
            <a:ext cx="6900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7"/>
          <p:cNvSpPr/>
          <p:nvPr/>
        </p:nvSpPr>
        <p:spPr>
          <a:xfrm>
            <a:off x="7044134" y="1300391"/>
            <a:ext cx="6900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7"/>
          <p:cNvSpPr/>
          <p:nvPr/>
        </p:nvSpPr>
        <p:spPr>
          <a:xfrm>
            <a:off x="1821145" y="1427715"/>
            <a:ext cx="324609" cy="372824"/>
          </a:xfrm>
          <a:custGeom>
            <a:avLst/>
            <a:gdLst/>
            <a:ahLst/>
            <a:cxnLst/>
            <a:rect l="l" t="t" r="r" b="b"/>
            <a:pathLst>
              <a:path w="11028" h="12666" extrusionOk="0">
                <a:moveTo>
                  <a:pt x="8538" y="820"/>
                </a:moveTo>
                <a:lnTo>
                  <a:pt x="8538" y="2710"/>
                </a:lnTo>
                <a:lnTo>
                  <a:pt x="8412" y="2584"/>
                </a:lnTo>
                <a:cubicBezTo>
                  <a:pt x="8333" y="2505"/>
                  <a:pt x="8223" y="2466"/>
                  <a:pt x="8113" y="2466"/>
                </a:cubicBezTo>
                <a:cubicBezTo>
                  <a:pt x="8003" y="2466"/>
                  <a:pt x="7892" y="2505"/>
                  <a:pt x="7814" y="2584"/>
                </a:cubicBezTo>
                <a:lnTo>
                  <a:pt x="7719" y="2710"/>
                </a:lnTo>
                <a:lnTo>
                  <a:pt x="7719" y="820"/>
                </a:lnTo>
                <a:close/>
                <a:moveTo>
                  <a:pt x="10177" y="820"/>
                </a:moveTo>
                <a:lnTo>
                  <a:pt x="10177" y="9357"/>
                </a:lnTo>
                <a:lnTo>
                  <a:pt x="2458" y="9357"/>
                </a:lnTo>
                <a:lnTo>
                  <a:pt x="2458" y="820"/>
                </a:lnTo>
                <a:lnTo>
                  <a:pt x="6869" y="820"/>
                </a:lnTo>
                <a:lnTo>
                  <a:pt x="6869" y="3687"/>
                </a:lnTo>
                <a:cubicBezTo>
                  <a:pt x="6869" y="3813"/>
                  <a:pt x="6932" y="3970"/>
                  <a:pt x="7026" y="4033"/>
                </a:cubicBezTo>
                <a:cubicBezTo>
                  <a:pt x="7100" y="4093"/>
                  <a:pt x="7196" y="4124"/>
                  <a:pt x="7292" y="4124"/>
                </a:cubicBezTo>
                <a:cubicBezTo>
                  <a:pt x="7400" y="4124"/>
                  <a:pt x="7510" y="4085"/>
                  <a:pt x="7593" y="4002"/>
                </a:cubicBezTo>
                <a:lnTo>
                  <a:pt x="8129" y="3466"/>
                </a:lnTo>
                <a:lnTo>
                  <a:pt x="8664" y="3970"/>
                </a:lnTo>
                <a:cubicBezTo>
                  <a:pt x="8719" y="4024"/>
                  <a:pt x="8844" y="4102"/>
                  <a:pt x="8958" y="4102"/>
                </a:cubicBezTo>
                <a:cubicBezTo>
                  <a:pt x="8976" y="4102"/>
                  <a:pt x="8994" y="4100"/>
                  <a:pt x="9011" y="4096"/>
                </a:cubicBezTo>
                <a:cubicBezTo>
                  <a:pt x="9200" y="4033"/>
                  <a:pt x="9357" y="3876"/>
                  <a:pt x="9357" y="3687"/>
                </a:cubicBezTo>
                <a:lnTo>
                  <a:pt x="9357" y="820"/>
                </a:lnTo>
                <a:close/>
                <a:moveTo>
                  <a:pt x="1639" y="851"/>
                </a:moveTo>
                <a:lnTo>
                  <a:pt x="1639" y="9326"/>
                </a:lnTo>
                <a:cubicBezTo>
                  <a:pt x="1355" y="9326"/>
                  <a:pt x="1103" y="9389"/>
                  <a:pt x="820" y="9546"/>
                </a:cubicBezTo>
                <a:lnTo>
                  <a:pt x="820" y="2017"/>
                </a:lnTo>
                <a:cubicBezTo>
                  <a:pt x="820" y="1481"/>
                  <a:pt x="1166" y="1040"/>
                  <a:pt x="1639" y="851"/>
                </a:cubicBezTo>
                <a:close/>
                <a:moveTo>
                  <a:pt x="10145" y="10177"/>
                </a:moveTo>
                <a:lnTo>
                  <a:pt x="10145" y="11846"/>
                </a:lnTo>
                <a:lnTo>
                  <a:pt x="1639" y="11846"/>
                </a:lnTo>
                <a:cubicBezTo>
                  <a:pt x="1166" y="11846"/>
                  <a:pt x="820" y="11500"/>
                  <a:pt x="820" y="11027"/>
                </a:cubicBezTo>
                <a:cubicBezTo>
                  <a:pt x="820" y="10555"/>
                  <a:pt x="1166" y="10177"/>
                  <a:pt x="1639" y="10177"/>
                </a:cubicBezTo>
                <a:close/>
                <a:moveTo>
                  <a:pt x="1985" y="0"/>
                </a:moveTo>
                <a:cubicBezTo>
                  <a:pt x="851" y="32"/>
                  <a:pt x="0" y="946"/>
                  <a:pt x="0" y="2017"/>
                </a:cubicBezTo>
                <a:lnTo>
                  <a:pt x="0" y="11027"/>
                </a:lnTo>
                <a:cubicBezTo>
                  <a:pt x="0" y="11909"/>
                  <a:pt x="725" y="12665"/>
                  <a:pt x="1639" y="12665"/>
                </a:cubicBezTo>
                <a:lnTo>
                  <a:pt x="10618" y="12665"/>
                </a:lnTo>
                <a:cubicBezTo>
                  <a:pt x="10870" y="12665"/>
                  <a:pt x="11027" y="12476"/>
                  <a:pt x="11027" y="12224"/>
                </a:cubicBezTo>
                <a:lnTo>
                  <a:pt x="11027" y="379"/>
                </a:lnTo>
                <a:cubicBezTo>
                  <a:pt x="11027" y="189"/>
                  <a:pt x="10807" y="0"/>
                  <a:pt x="105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7"/>
          <p:cNvSpPr/>
          <p:nvPr/>
        </p:nvSpPr>
        <p:spPr>
          <a:xfrm>
            <a:off x="4385117" y="1443949"/>
            <a:ext cx="373766" cy="340357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" name="Google Shape;274;p37"/>
          <p:cNvGrpSpPr/>
          <p:nvPr/>
        </p:nvGrpSpPr>
        <p:grpSpPr>
          <a:xfrm>
            <a:off x="7201339" y="1399711"/>
            <a:ext cx="375591" cy="374060"/>
            <a:chOff x="-42062025" y="2316000"/>
            <a:chExt cx="319000" cy="317700"/>
          </a:xfrm>
        </p:grpSpPr>
        <p:sp>
          <p:nvSpPr>
            <p:cNvPr id="275" name="Google Shape;275;p37"/>
            <p:cNvSpPr/>
            <p:nvPr/>
          </p:nvSpPr>
          <p:spPr>
            <a:xfrm>
              <a:off x="-41965150" y="2477075"/>
              <a:ext cx="124475" cy="112675"/>
            </a:xfrm>
            <a:custGeom>
              <a:avLst/>
              <a:gdLst/>
              <a:ahLst/>
              <a:cxnLst/>
              <a:rect l="l" t="t" r="r" b="b"/>
              <a:pathLst>
                <a:path w="4979" h="4507" extrusionOk="0">
                  <a:moveTo>
                    <a:pt x="2521" y="1371"/>
                  </a:moveTo>
                  <a:lnTo>
                    <a:pt x="2773" y="1812"/>
                  </a:lnTo>
                  <a:cubicBezTo>
                    <a:pt x="2836" y="1938"/>
                    <a:pt x="2931" y="2001"/>
                    <a:pt x="3088" y="2064"/>
                  </a:cubicBezTo>
                  <a:lnTo>
                    <a:pt x="3592" y="2127"/>
                  </a:lnTo>
                  <a:lnTo>
                    <a:pt x="3151" y="2473"/>
                  </a:lnTo>
                  <a:cubicBezTo>
                    <a:pt x="3088" y="2568"/>
                    <a:pt x="2994" y="2725"/>
                    <a:pt x="3057" y="2851"/>
                  </a:cubicBezTo>
                  <a:lnTo>
                    <a:pt x="3120" y="3355"/>
                  </a:lnTo>
                  <a:lnTo>
                    <a:pt x="2679" y="3103"/>
                  </a:lnTo>
                  <a:cubicBezTo>
                    <a:pt x="2631" y="3072"/>
                    <a:pt x="2568" y="3056"/>
                    <a:pt x="2501" y="3056"/>
                  </a:cubicBezTo>
                  <a:cubicBezTo>
                    <a:pt x="2434" y="3056"/>
                    <a:pt x="2364" y="3072"/>
                    <a:pt x="2301" y="3103"/>
                  </a:cubicBezTo>
                  <a:lnTo>
                    <a:pt x="1860" y="3355"/>
                  </a:lnTo>
                  <a:lnTo>
                    <a:pt x="1954" y="2851"/>
                  </a:lnTo>
                  <a:cubicBezTo>
                    <a:pt x="1986" y="2725"/>
                    <a:pt x="1891" y="2568"/>
                    <a:pt x="1828" y="2473"/>
                  </a:cubicBezTo>
                  <a:lnTo>
                    <a:pt x="1481" y="2127"/>
                  </a:lnTo>
                  <a:lnTo>
                    <a:pt x="1986" y="2064"/>
                  </a:lnTo>
                  <a:cubicBezTo>
                    <a:pt x="2112" y="2064"/>
                    <a:pt x="2206" y="1938"/>
                    <a:pt x="2301" y="1812"/>
                  </a:cubicBezTo>
                  <a:lnTo>
                    <a:pt x="2521" y="1371"/>
                  </a:lnTo>
                  <a:close/>
                  <a:moveTo>
                    <a:pt x="2474" y="0"/>
                  </a:moveTo>
                  <a:cubicBezTo>
                    <a:pt x="2332" y="0"/>
                    <a:pt x="2190" y="79"/>
                    <a:pt x="2112" y="236"/>
                  </a:cubicBezTo>
                  <a:lnTo>
                    <a:pt x="1576" y="1276"/>
                  </a:lnTo>
                  <a:lnTo>
                    <a:pt x="473" y="1434"/>
                  </a:lnTo>
                  <a:cubicBezTo>
                    <a:pt x="127" y="1465"/>
                    <a:pt x="1" y="1906"/>
                    <a:pt x="253" y="2127"/>
                  </a:cubicBezTo>
                  <a:lnTo>
                    <a:pt x="1040" y="2914"/>
                  </a:lnTo>
                  <a:lnTo>
                    <a:pt x="851" y="4017"/>
                  </a:lnTo>
                  <a:cubicBezTo>
                    <a:pt x="802" y="4291"/>
                    <a:pt x="1028" y="4506"/>
                    <a:pt x="1249" y="4506"/>
                  </a:cubicBezTo>
                  <a:cubicBezTo>
                    <a:pt x="1308" y="4506"/>
                    <a:pt x="1366" y="4491"/>
                    <a:pt x="1418" y="4458"/>
                  </a:cubicBezTo>
                  <a:lnTo>
                    <a:pt x="2427" y="3954"/>
                  </a:lnTo>
                  <a:lnTo>
                    <a:pt x="3403" y="4458"/>
                  </a:lnTo>
                  <a:cubicBezTo>
                    <a:pt x="3465" y="4489"/>
                    <a:pt x="3528" y="4503"/>
                    <a:pt x="3589" y="4503"/>
                  </a:cubicBezTo>
                  <a:cubicBezTo>
                    <a:pt x="3839" y="4503"/>
                    <a:pt x="4052" y="4270"/>
                    <a:pt x="4002" y="4017"/>
                  </a:cubicBezTo>
                  <a:lnTo>
                    <a:pt x="3781" y="2914"/>
                  </a:lnTo>
                  <a:lnTo>
                    <a:pt x="4569" y="2127"/>
                  </a:lnTo>
                  <a:cubicBezTo>
                    <a:pt x="4978" y="1906"/>
                    <a:pt x="4821" y="1465"/>
                    <a:pt x="4474" y="1434"/>
                  </a:cubicBezTo>
                  <a:lnTo>
                    <a:pt x="3372" y="1276"/>
                  </a:lnTo>
                  <a:lnTo>
                    <a:pt x="2836" y="236"/>
                  </a:lnTo>
                  <a:cubicBezTo>
                    <a:pt x="2757" y="79"/>
                    <a:pt x="2616" y="0"/>
                    <a:pt x="2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>
              <a:off x="-42062025" y="2316000"/>
              <a:ext cx="319000" cy="317700"/>
            </a:xfrm>
            <a:custGeom>
              <a:avLst/>
              <a:gdLst/>
              <a:ahLst/>
              <a:cxnLst/>
              <a:rect l="l" t="t" r="r" b="b"/>
              <a:pathLst>
                <a:path w="12760" h="12708" extrusionOk="0">
                  <a:moveTo>
                    <a:pt x="9610" y="851"/>
                  </a:moveTo>
                  <a:lnTo>
                    <a:pt x="8129" y="2615"/>
                  </a:lnTo>
                  <a:cubicBezTo>
                    <a:pt x="8097" y="2584"/>
                    <a:pt x="8034" y="2584"/>
                    <a:pt x="7940" y="2584"/>
                  </a:cubicBezTo>
                  <a:lnTo>
                    <a:pt x="4821" y="2584"/>
                  </a:lnTo>
                  <a:cubicBezTo>
                    <a:pt x="4758" y="2584"/>
                    <a:pt x="4726" y="2584"/>
                    <a:pt x="4632" y="2615"/>
                  </a:cubicBezTo>
                  <a:lnTo>
                    <a:pt x="3183" y="851"/>
                  </a:lnTo>
                  <a:close/>
                  <a:moveTo>
                    <a:pt x="7530" y="3371"/>
                  </a:moveTo>
                  <a:lnTo>
                    <a:pt x="6396" y="4726"/>
                  </a:lnTo>
                  <a:lnTo>
                    <a:pt x="5293" y="3371"/>
                  </a:lnTo>
                  <a:close/>
                  <a:moveTo>
                    <a:pt x="10555" y="1009"/>
                  </a:moveTo>
                  <a:lnTo>
                    <a:pt x="11783" y="2237"/>
                  </a:lnTo>
                  <a:lnTo>
                    <a:pt x="8759" y="5923"/>
                  </a:lnTo>
                  <a:cubicBezTo>
                    <a:pt x="8255" y="5545"/>
                    <a:pt x="7719" y="5262"/>
                    <a:pt x="7121" y="5136"/>
                  </a:cubicBezTo>
                  <a:lnTo>
                    <a:pt x="10555" y="1009"/>
                  </a:lnTo>
                  <a:close/>
                  <a:moveTo>
                    <a:pt x="2269" y="1040"/>
                  </a:moveTo>
                  <a:lnTo>
                    <a:pt x="5703" y="5199"/>
                  </a:lnTo>
                  <a:cubicBezTo>
                    <a:pt x="5104" y="5293"/>
                    <a:pt x="4506" y="5545"/>
                    <a:pt x="4033" y="5986"/>
                  </a:cubicBezTo>
                  <a:cubicBezTo>
                    <a:pt x="3214" y="4947"/>
                    <a:pt x="1040" y="2269"/>
                    <a:pt x="1040" y="2269"/>
                  </a:cubicBezTo>
                  <a:lnTo>
                    <a:pt x="2269" y="1040"/>
                  </a:lnTo>
                  <a:close/>
                  <a:moveTo>
                    <a:pt x="6349" y="5978"/>
                  </a:moveTo>
                  <a:cubicBezTo>
                    <a:pt x="7097" y="5978"/>
                    <a:pt x="7845" y="6254"/>
                    <a:pt x="8412" y="6805"/>
                  </a:cubicBezTo>
                  <a:lnTo>
                    <a:pt x="8538" y="6932"/>
                  </a:lnTo>
                  <a:cubicBezTo>
                    <a:pt x="8633" y="7026"/>
                    <a:pt x="8727" y="7152"/>
                    <a:pt x="8822" y="7278"/>
                  </a:cubicBezTo>
                  <a:cubicBezTo>
                    <a:pt x="9452" y="8097"/>
                    <a:pt x="9484" y="9168"/>
                    <a:pt x="9137" y="10082"/>
                  </a:cubicBezTo>
                  <a:cubicBezTo>
                    <a:pt x="8662" y="11199"/>
                    <a:pt x="7524" y="11885"/>
                    <a:pt x="6358" y="11885"/>
                  </a:cubicBezTo>
                  <a:cubicBezTo>
                    <a:pt x="5978" y="11885"/>
                    <a:pt x="5595" y="11812"/>
                    <a:pt x="5230" y="11657"/>
                  </a:cubicBezTo>
                  <a:cubicBezTo>
                    <a:pt x="3340" y="10870"/>
                    <a:pt x="2805" y="8412"/>
                    <a:pt x="4159" y="6932"/>
                  </a:cubicBezTo>
                  <a:lnTo>
                    <a:pt x="4285" y="6805"/>
                  </a:lnTo>
                  <a:cubicBezTo>
                    <a:pt x="4852" y="6254"/>
                    <a:pt x="5601" y="5978"/>
                    <a:pt x="6349" y="5978"/>
                  </a:cubicBezTo>
                  <a:close/>
                  <a:moveTo>
                    <a:pt x="2269" y="0"/>
                  </a:moveTo>
                  <a:cubicBezTo>
                    <a:pt x="2143" y="0"/>
                    <a:pt x="2048" y="32"/>
                    <a:pt x="1954" y="95"/>
                  </a:cubicBezTo>
                  <a:lnTo>
                    <a:pt x="158" y="1922"/>
                  </a:lnTo>
                  <a:cubicBezTo>
                    <a:pt x="1" y="2080"/>
                    <a:pt x="1" y="2300"/>
                    <a:pt x="95" y="2458"/>
                  </a:cubicBezTo>
                  <a:lnTo>
                    <a:pt x="3372" y="6522"/>
                  </a:lnTo>
                  <a:cubicBezTo>
                    <a:pt x="1985" y="8255"/>
                    <a:pt x="2395" y="10807"/>
                    <a:pt x="4254" y="12035"/>
                  </a:cubicBezTo>
                  <a:cubicBezTo>
                    <a:pt x="4911" y="12489"/>
                    <a:pt x="5659" y="12708"/>
                    <a:pt x="6397" y="12708"/>
                  </a:cubicBezTo>
                  <a:cubicBezTo>
                    <a:pt x="7606" y="12708"/>
                    <a:pt x="8791" y="12122"/>
                    <a:pt x="9515" y="11027"/>
                  </a:cubicBezTo>
                  <a:cubicBezTo>
                    <a:pt x="10429" y="9641"/>
                    <a:pt x="10397" y="7814"/>
                    <a:pt x="9326" y="6522"/>
                  </a:cubicBezTo>
                  <a:lnTo>
                    <a:pt x="12634" y="2458"/>
                  </a:lnTo>
                  <a:cubicBezTo>
                    <a:pt x="12760" y="2300"/>
                    <a:pt x="12760" y="2080"/>
                    <a:pt x="12603" y="1922"/>
                  </a:cubicBezTo>
                  <a:lnTo>
                    <a:pt x="10775" y="95"/>
                  </a:lnTo>
                  <a:cubicBezTo>
                    <a:pt x="10712" y="32"/>
                    <a:pt x="10555" y="0"/>
                    <a:pt x="104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265;p37">
            <a:extLst>
              <a:ext uri="{FF2B5EF4-FFF2-40B4-BE49-F238E27FC236}">
                <a16:creationId xmlns:a16="http://schemas.microsoft.com/office/drawing/2014/main" id="{5DFA65BA-56BD-4FD9-B672-F1D29A1C07F8}"/>
              </a:ext>
            </a:extLst>
          </p:cNvPr>
          <p:cNvSpPr txBox="1">
            <a:spLocks/>
          </p:cNvSpPr>
          <p:nvPr/>
        </p:nvSpPr>
        <p:spPr>
          <a:xfrm>
            <a:off x="575701" y="2504124"/>
            <a:ext cx="2905376" cy="18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/>
            <a:r>
              <a:rPr lang="en-GB" dirty="0" err="1"/>
              <a:t>Menginisialisasi</a:t>
            </a:r>
            <a:r>
              <a:rPr lang="en-GB" dirty="0"/>
              <a:t> </a:t>
            </a:r>
            <a:r>
              <a:rPr lang="en-GB" dirty="0" err="1"/>
              <a:t>kamera</a:t>
            </a:r>
            <a:r>
              <a:rPr lang="en-GB" dirty="0"/>
              <a:t> </a:t>
            </a:r>
            <a:r>
              <a:rPr lang="en-GB" dirty="0" err="1"/>
              <a:t>untukmendapatkan</a:t>
            </a:r>
            <a:r>
              <a:rPr lang="en-GB" dirty="0"/>
              <a:t> video input. </a:t>
            </a:r>
            <a:r>
              <a:rPr lang="en-GB" dirty="0" err="1"/>
              <a:t>Kemudian</a:t>
            </a:r>
            <a:r>
              <a:rPr lang="en-GB" dirty="0"/>
              <a:t>, </a:t>
            </a:r>
            <a:r>
              <a:rPr lang="en-GB" dirty="0" err="1"/>
              <a:t>Haar</a:t>
            </a:r>
            <a:r>
              <a:rPr lang="en-GB" dirty="0"/>
              <a:t> Cascade Classifier </a:t>
            </a:r>
            <a:r>
              <a:rPr lang="en-GB" dirty="0" err="1"/>
              <a:t>digunakan</a:t>
            </a:r>
            <a:r>
              <a:rPr lang="en-GB" dirty="0"/>
              <a:t> untuk </a:t>
            </a:r>
            <a:r>
              <a:rPr lang="en-GB" dirty="0" err="1"/>
              <a:t>mendeteksi</a:t>
            </a:r>
            <a:r>
              <a:rPr lang="en-GB" dirty="0"/>
              <a:t> </a:t>
            </a:r>
            <a:r>
              <a:rPr lang="en-GB" dirty="0" err="1"/>
              <a:t>wajah</a:t>
            </a:r>
            <a:r>
              <a:rPr lang="en-GB" dirty="0"/>
              <a:t> </a:t>
            </a:r>
            <a:r>
              <a:rPr lang="en-GB" dirty="0" err="1"/>
              <a:t>dalam</a:t>
            </a:r>
            <a:r>
              <a:rPr lang="en-GB" dirty="0"/>
              <a:t> </a:t>
            </a:r>
            <a:r>
              <a:rPr lang="en-GB" dirty="0" err="1"/>
              <a:t>setiap</a:t>
            </a:r>
            <a:r>
              <a:rPr lang="en-GB" dirty="0"/>
              <a:t> frame video yang </a:t>
            </a:r>
            <a:r>
              <a:rPr lang="en-GB" dirty="0" err="1"/>
              <a:t>diterima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</a:t>
            </a:r>
            <a:r>
              <a:rPr lang="en-GB" dirty="0" err="1"/>
              <a:t>kamera</a:t>
            </a:r>
            <a:r>
              <a:rPr lang="en-GB" dirty="0"/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>
            <a:spLocks noGrp="1"/>
          </p:cNvSpPr>
          <p:nvPr>
            <p:ph type="title"/>
          </p:nvPr>
        </p:nvSpPr>
        <p:spPr>
          <a:xfrm>
            <a:off x="720000" y="1696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 err="1"/>
              <a:t>Metode</a:t>
            </a:r>
            <a:r>
              <a:rPr lang="en-GB" dirty="0"/>
              <a:t> </a:t>
            </a:r>
            <a:r>
              <a:rPr lang="en-GB" dirty="0" err="1"/>
              <a:t>Praktikum</a:t>
            </a:r>
            <a:endParaRPr dirty="0"/>
          </a:p>
        </p:txBody>
      </p:sp>
      <p:sp>
        <p:nvSpPr>
          <p:cNvPr id="265" name="Google Shape;265;p37"/>
          <p:cNvSpPr txBox="1">
            <a:spLocks noGrp="1"/>
          </p:cNvSpPr>
          <p:nvPr>
            <p:ph type="subTitle" idx="3"/>
          </p:nvPr>
        </p:nvSpPr>
        <p:spPr>
          <a:xfrm>
            <a:off x="4359012" y="2602123"/>
            <a:ext cx="3852000" cy="18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GB" dirty="0" err="1"/>
              <a:t>dilakukan</a:t>
            </a:r>
            <a:r>
              <a:rPr lang="en-GB" dirty="0"/>
              <a:t> agar pengguna dapat </a:t>
            </a:r>
            <a:r>
              <a:rPr lang="en-GB" dirty="0" err="1"/>
              <a:t>melihat</a:t>
            </a:r>
            <a:r>
              <a:rPr lang="en-GB" dirty="0"/>
              <a:t> </a:t>
            </a:r>
            <a:r>
              <a:rPr lang="en-GB" dirty="0" err="1"/>
              <a:t>perbandingan</a:t>
            </a:r>
            <a:r>
              <a:rPr lang="en-GB" dirty="0"/>
              <a:t> </a:t>
            </a:r>
            <a:r>
              <a:rPr lang="en-GB" dirty="0" err="1"/>
              <a:t>antara</a:t>
            </a:r>
            <a:r>
              <a:rPr lang="en-GB" dirty="0"/>
              <a:t> frame </a:t>
            </a:r>
            <a:r>
              <a:rPr lang="en-GB" dirty="0" err="1"/>
              <a:t>asli</a:t>
            </a:r>
            <a:r>
              <a:rPr lang="en-GB" dirty="0"/>
              <a:t> dan frame yang telah </a:t>
            </a:r>
            <a:r>
              <a:rPr lang="en-GB" dirty="0" err="1"/>
              <a:t>diproses</a:t>
            </a:r>
            <a:r>
              <a:rPr lang="en-GB" dirty="0"/>
              <a:t>. Frame yang telah </a:t>
            </a:r>
            <a:r>
              <a:rPr lang="en-GB" dirty="0" err="1"/>
              <a:t>digabungkan</a:t>
            </a:r>
            <a:r>
              <a:rPr lang="en-GB" dirty="0"/>
              <a:t> </a:t>
            </a:r>
            <a:r>
              <a:rPr lang="en-GB" dirty="0" err="1"/>
              <a:t>kemudian</a:t>
            </a:r>
            <a:r>
              <a:rPr lang="en-GB" dirty="0"/>
              <a:t> </a:t>
            </a:r>
            <a:r>
              <a:rPr lang="en-GB" dirty="0" err="1"/>
              <a:t>ditampilkan</a:t>
            </a:r>
            <a:r>
              <a:rPr lang="en-GB" dirty="0"/>
              <a:t> </a:t>
            </a:r>
            <a:r>
              <a:rPr lang="en-GB" dirty="0" err="1"/>
              <a:t>ke</a:t>
            </a:r>
            <a:r>
              <a:rPr lang="en-GB" dirty="0"/>
              <a:t> </a:t>
            </a:r>
            <a:r>
              <a:rPr lang="en-GB" dirty="0" err="1"/>
              <a:t>layar</a:t>
            </a:r>
            <a:r>
              <a:rPr lang="en-GB" dirty="0"/>
              <a:t> untuk </a:t>
            </a:r>
            <a:r>
              <a:rPr lang="en-GB" dirty="0" err="1"/>
              <a:t>visualisasi</a:t>
            </a:r>
            <a:r>
              <a:rPr lang="en-GB" dirty="0"/>
              <a:t> </a:t>
            </a:r>
            <a:r>
              <a:rPr lang="en-GB" dirty="0" err="1"/>
              <a:t>hasil</a:t>
            </a:r>
            <a:r>
              <a:rPr lang="en-GB" dirty="0"/>
              <a:t> </a:t>
            </a:r>
            <a:r>
              <a:rPr lang="en-GB" dirty="0" err="1"/>
              <a:t>pengukuran</a:t>
            </a:r>
            <a:r>
              <a:rPr lang="en-GB" dirty="0"/>
              <a:t> </a:t>
            </a:r>
            <a:r>
              <a:rPr lang="en-GB" dirty="0" err="1"/>
              <a:t>denyut</a:t>
            </a:r>
            <a:r>
              <a:rPr lang="en-GB" dirty="0"/>
              <a:t> </a:t>
            </a:r>
            <a:r>
              <a:rPr lang="en-GB" dirty="0" err="1"/>
              <a:t>nadi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video </a:t>
            </a:r>
            <a:r>
              <a:rPr lang="en-GB" dirty="0" err="1"/>
              <a:t>wajah</a:t>
            </a:r>
            <a:r>
              <a:rPr lang="en-GB" dirty="0"/>
              <a:t> </a:t>
            </a:r>
            <a:r>
              <a:rPr lang="en-GB" dirty="0" err="1"/>
              <a:t>secara</a:t>
            </a:r>
            <a:r>
              <a:rPr lang="en-GB" dirty="0"/>
              <a:t> </a:t>
            </a:r>
            <a:r>
              <a:rPr lang="en-GB" dirty="0" err="1"/>
              <a:t>langsung</a:t>
            </a:r>
            <a:r>
              <a:rPr lang="en-GB" dirty="0"/>
              <a:t>.</a:t>
            </a:r>
          </a:p>
          <a:p>
            <a:pPr algn="r"/>
            <a:br>
              <a:rPr lang="en-GB" dirty="0"/>
            </a:br>
            <a:endParaRPr lang="en-GB" dirty="0"/>
          </a:p>
        </p:txBody>
      </p:sp>
      <p:sp>
        <p:nvSpPr>
          <p:cNvPr id="266" name="Google Shape;266;p37"/>
          <p:cNvSpPr txBox="1">
            <a:spLocks noGrp="1"/>
          </p:cNvSpPr>
          <p:nvPr>
            <p:ph type="subTitle" idx="4"/>
          </p:nvPr>
        </p:nvSpPr>
        <p:spPr>
          <a:xfrm>
            <a:off x="915854" y="2235712"/>
            <a:ext cx="3378275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fi-FI" dirty="0"/>
              <a:t>Segmentasi Warna Kulit &amp;</a:t>
            </a:r>
          </a:p>
          <a:p>
            <a:pPr algn="l"/>
            <a:r>
              <a:rPr lang="fi-FI" dirty="0"/>
              <a:t>Deteksi Denyut Nadi</a:t>
            </a:r>
            <a:endParaRPr lang="fi-FI" b="0" dirty="0"/>
          </a:p>
        </p:txBody>
      </p:sp>
      <p:sp>
        <p:nvSpPr>
          <p:cNvPr id="268" name="Google Shape;268;p37"/>
          <p:cNvSpPr txBox="1">
            <a:spLocks noGrp="1"/>
          </p:cNvSpPr>
          <p:nvPr>
            <p:ph type="subTitle" idx="6"/>
          </p:nvPr>
        </p:nvSpPr>
        <p:spPr>
          <a:xfrm>
            <a:off x="5684112" y="2249851"/>
            <a:ext cx="2526900" cy="4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/>
            <a:r>
              <a:rPr lang="en-GB" dirty="0" err="1"/>
              <a:t>Gabungkan</a:t>
            </a:r>
            <a:r>
              <a:rPr lang="en-GB" dirty="0"/>
              <a:t> dan </a:t>
            </a:r>
            <a:r>
              <a:rPr lang="en-GB" dirty="0" err="1"/>
              <a:t>Tampilkan</a:t>
            </a:r>
            <a:r>
              <a:rPr lang="en-GB" dirty="0"/>
              <a:t> Frame</a:t>
            </a:r>
            <a:endParaRPr lang="es-ES" dirty="0"/>
          </a:p>
        </p:txBody>
      </p:sp>
      <p:sp>
        <p:nvSpPr>
          <p:cNvPr id="269" name="Google Shape;269;p37"/>
          <p:cNvSpPr/>
          <p:nvPr/>
        </p:nvSpPr>
        <p:spPr>
          <a:xfrm>
            <a:off x="2259993" y="1327777"/>
            <a:ext cx="6900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7"/>
          <p:cNvSpPr/>
          <p:nvPr/>
        </p:nvSpPr>
        <p:spPr>
          <a:xfrm>
            <a:off x="6855224" y="1327777"/>
            <a:ext cx="6900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7"/>
          <p:cNvSpPr/>
          <p:nvPr/>
        </p:nvSpPr>
        <p:spPr>
          <a:xfrm>
            <a:off x="2442688" y="1427715"/>
            <a:ext cx="324609" cy="372824"/>
          </a:xfrm>
          <a:custGeom>
            <a:avLst/>
            <a:gdLst/>
            <a:ahLst/>
            <a:cxnLst/>
            <a:rect l="l" t="t" r="r" b="b"/>
            <a:pathLst>
              <a:path w="11028" h="12666" extrusionOk="0">
                <a:moveTo>
                  <a:pt x="8538" y="820"/>
                </a:moveTo>
                <a:lnTo>
                  <a:pt x="8538" y="2710"/>
                </a:lnTo>
                <a:lnTo>
                  <a:pt x="8412" y="2584"/>
                </a:lnTo>
                <a:cubicBezTo>
                  <a:pt x="8333" y="2505"/>
                  <a:pt x="8223" y="2466"/>
                  <a:pt x="8113" y="2466"/>
                </a:cubicBezTo>
                <a:cubicBezTo>
                  <a:pt x="8003" y="2466"/>
                  <a:pt x="7892" y="2505"/>
                  <a:pt x="7814" y="2584"/>
                </a:cubicBezTo>
                <a:lnTo>
                  <a:pt x="7719" y="2710"/>
                </a:lnTo>
                <a:lnTo>
                  <a:pt x="7719" y="820"/>
                </a:lnTo>
                <a:close/>
                <a:moveTo>
                  <a:pt x="10177" y="820"/>
                </a:moveTo>
                <a:lnTo>
                  <a:pt x="10177" y="9357"/>
                </a:lnTo>
                <a:lnTo>
                  <a:pt x="2458" y="9357"/>
                </a:lnTo>
                <a:lnTo>
                  <a:pt x="2458" y="820"/>
                </a:lnTo>
                <a:lnTo>
                  <a:pt x="6869" y="820"/>
                </a:lnTo>
                <a:lnTo>
                  <a:pt x="6869" y="3687"/>
                </a:lnTo>
                <a:cubicBezTo>
                  <a:pt x="6869" y="3813"/>
                  <a:pt x="6932" y="3970"/>
                  <a:pt x="7026" y="4033"/>
                </a:cubicBezTo>
                <a:cubicBezTo>
                  <a:pt x="7100" y="4093"/>
                  <a:pt x="7196" y="4124"/>
                  <a:pt x="7292" y="4124"/>
                </a:cubicBezTo>
                <a:cubicBezTo>
                  <a:pt x="7400" y="4124"/>
                  <a:pt x="7510" y="4085"/>
                  <a:pt x="7593" y="4002"/>
                </a:cubicBezTo>
                <a:lnTo>
                  <a:pt x="8129" y="3466"/>
                </a:lnTo>
                <a:lnTo>
                  <a:pt x="8664" y="3970"/>
                </a:lnTo>
                <a:cubicBezTo>
                  <a:pt x="8719" y="4024"/>
                  <a:pt x="8844" y="4102"/>
                  <a:pt x="8958" y="4102"/>
                </a:cubicBezTo>
                <a:cubicBezTo>
                  <a:pt x="8976" y="4102"/>
                  <a:pt x="8994" y="4100"/>
                  <a:pt x="9011" y="4096"/>
                </a:cubicBezTo>
                <a:cubicBezTo>
                  <a:pt x="9200" y="4033"/>
                  <a:pt x="9357" y="3876"/>
                  <a:pt x="9357" y="3687"/>
                </a:cubicBezTo>
                <a:lnTo>
                  <a:pt x="9357" y="820"/>
                </a:lnTo>
                <a:close/>
                <a:moveTo>
                  <a:pt x="1639" y="851"/>
                </a:moveTo>
                <a:lnTo>
                  <a:pt x="1639" y="9326"/>
                </a:lnTo>
                <a:cubicBezTo>
                  <a:pt x="1355" y="9326"/>
                  <a:pt x="1103" y="9389"/>
                  <a:pt x="820" y="9546"/>
                </a:cubicBezTo>
                <a:lnTo>
                  <a:pt x="820" y="2017"/>
                </a:lnTo>
                <a:cubicBezTo>
                  <a:pt x="820" y="1481"/>
                  <a:pt x="1166" y="1040"/>
                  <a:pt x="1639" y="851"/>
                </a:cubicBezTo>
                <a:close/>
                <a:moveTo>
                  <a:pt x="10145" y="10177"/>
                </a:moveTo>
                <a:lnTo>
                  <a:pt x="10145" y="11846"/>
                </a:lnTo>
                <a:lnTo>
                  <a:pt x="1639" y="11846"/>
                </a:lnTo>
                <a:cubicBezTo>
                  <a:pt x="1166" y="11846"/>
                  <a:pt x="820" y="11500"/>
                  <a:pt x="820" y="11027"/>
                </a:cubicBezTo>
                <a:cubicBezTo>
                  <a:pt x="820" y="10555"/>
                  <a:pt x="1166" y="10177"/>
                  <a:pt x="1639" y="10177"/>
                </a:cubicBezTo>
                <a:close/>
                <a:moveTo>
                  <a:pt x="1985" y="0"/>
                </a:moveTo>
                <a:cubicBezTo>
                  <a:pt x="851" y="32"/>
                  <a:pt x="0" y="946"/>
                  <a:pt x="0" y="2017"/>
                </a:cubicBezTo>
                <a:lnTo>
                  <a:pt x="0" y="11027"/>
                </a:lnTo>
                <a:cubicBezTo>
                  <a:pt x="0" y="11909"/>
                  <a:pt x="725" y="12665"/>
                  <a:pt x="1639" y="12665"/>
                </a:cubicBezTo>
                <a:lnTo>
                  <a:pt x="10618" y="12665"/>
                </a:lnTo>
                <a:cubicBezTo>
                  <a:pt x="10870" y="12665"/>
                  <a:pt x="11027" y="12476"/>
                  <a:pt x="11027" y="12224"/>
                </a:cubicBezTo>
                <a:lnTo>
                  <a:pt x="11027" y="379"/>
                </a:lnTo>
                <a:cubicBezTo>
                  <a:pt x="11027" y="189"/>
                  <a:pt x="10807" y="0"/>
                  <a:pt x="105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7"/>
          <p:cNvSpPr/>
          <p:nvPr/>
        </p:nvSpPr>
        <p:spPr>
          <a:xfrm>
            <a:off x="4385117" y="1443949"/>
            <a:ext cx="373766" cy="340357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" name="Google Shape;274;p37"/>
          <p:cNvGrpSpPr/>
          <p:nvPr/>
        </p:nvGrpSpPr>
        <p:grpSpPr>
          <a:xfrm>
            <a:off x="7012429" y="1427097"/>
            <a:ext cx="375591" cy="374060"/>
            <a:chOff x="-42062025" y="2316000"/>
            <a:chExt cx="319000" cy="317700"/>
          </a:xfrm>
        </p:grpSpPr>
        <p:sp>
          <p:nvSpPr>
            <p:cNvPr id="275" name="Google Shape;275;p37"/>
            <p:cNvSpPr/>
            <p:nvPr/>
          </p:nvSpPr>
          <p:spPr>
            <a:xfrm>
              <a:off x="-41965150" y="2477075"/>
              <a:ext cx="124475" cy="112675"/>
            </a:xfrm>
            <a:custGeom>
              <a:avLst/>
              <a:gdLst/>
              <a:ahLst/>
              <a:cxnLst/>
              <a:rect l="l" t="t" r="r" b="b"/>
              <a:pathLst>
                <a:path w="4979" h="4507" extrusionOk="0">
                  <a:moveTo>
                    <a:pt x="2521" y="1371"/>
                  </a:moveTo>
                  <a:lnTo>
                    <a:pt x="2773" y="1812"/>
                  </a:lnTo>
                  <a:cubicBezTo>
                    <a:pt x="2836" y="1938"/>
                    <a:pt x="2931" y="2001"/>
                    <a:pt x="3088" y="2064"/>
                  </a:cubicBezTo>
                  <a:lnTo>
                    <a:pt x="3592" y="2127"/>
                  </a:lnTo>
                  <a:lnTo>
                    <a:pt x="3151" y="2473"/>
                  </a:lnTo>
                  <a:cubicBezTo>
                    <a:pt x="3088" y="2568"/>
                    <a:pt x="2994" y="2725"/>
                    <a:pt x="3057" y="2851"/>
                  </a:cubicBezTo>
                  <a:lnTo>
                    <a:pt x="3120" y="3355"/>
                  </a:lnTo>
                  <a:lnTo>
                    <a:pt x="2679" y="3103"/>
                  </a:lnTo>
                  <a:cubicBezTo>
                    <a:pt x="2631" y="3072"/>
                    <a:pt x="2568" y="3056"/>
                    <a:pt x="2501" y="3056"/>
                  </a:cubicBezTo>
                  <a:cubicBezTo>
                    <a:pt x="2434" y="3056"/>
                    <a:pt x="2364" y="3072"/>
                    <a:pt x="2301" y="3103"/>
                  </a:cubicBezTo>
                  <a:lnTo>
                    <a:pt x="1860" y="3355"/>
                  </a:lnTo>
                  <a:lnTo>
                    <a:pt x="1954" y="2851"/>
                  </a:lnTo>
                  <a:cubicBezTo>
                    <a:pt x="1986" y="2725"/>
                    <a:pt x="1891" y="2568"/>
                    <a:pt x="1828" y="2473"/>
                  </a:cubicBezTo>
                  <a:lnTo>
                    <a:pt x="1481" y="2127"/>
                  </a:lnTo>
                  <a:lnTo>
                    <a:pt x="1986" y="2064"/>
                  </a:lnTo>
                  <a:cubicBezTo>
                    <a:pt x="2112" y="2064"/>
                    <a:pt x="2206" y="1938"/>
                    <a:pt x="2301" y="1812"/>
                  </a:cubicBezTo>
                  <a:lnTo>
                    <a:pt x="2521" y="1371"/>
                  </a:lnTo>
                  <a:close/>
                  <a:moveTo>
                    <a:pt x="2474" y="0"/>
                  </a:moveTo>
                  <a:cubicBezTo>
                    <a:pt x="2332" y="0"/>
                    <a:pt x="2190" y="79"/>
                    <a:pt x="2112" y="236"/>
                  </a:cubicBezTo>
                  <a:lnTo>
                    <a:pt x="1576" y="1276"/>
                  </a:lnTo>
                  <a:lnTo>
                    <a:pt x="473" y="1434"/>
                  </a:lnTo>
                  <a:cubicBezTo>
                    <a:pt x="127" y="1465"/>
                    <a:pt x="1" y="1906"/>
                    <a:pt x="253" y="2127"/>
                  </a:cubicBezTo>
                  <a:lnTo>
                    <a:pt x="1040" y="2914"/>
                  </a:lnTo>
                  <a:lnTo>
                    <a:pt x="851" y="4017"/>
                  </a:lnTo>
                  <a:cubicBezTo>
                    <a:pt x="802" y="4291"/>
                    <a:pt x="1028" y="4506"/>
                    <a:pt x="1249" y="4506"/>
                  </a:cubicBezTo>
                  <a:cubicBezTo>
                    <a:pt x="1308" y="4506"/>
                    <a:pt x="1366" y="4491"/>
                    <a:pt x="1418" y="4458"/>
                  </a:cubicBezTo>
                  <a:lnTo>
                    <a:pt x="2427" y="3954"/>
                  </a:lnTo>
                  <a:lnTo>
                    <a:pt x="3403" y="4458"/>
                  </a:lnTo>
                  <a:cubicBezTo>
                    <a:pt x="3465" y="4489"/>
                    <a:pt x="3528" y="4503"/>
                    <a:pt x="3589" y="4503"/>
                  </a:cubicBezTo>
                  <a:cubicBezTo>
                    <a:pt x="3839" y="4503"/>
                    <a:pt x="4052" y="4270"/>
                    <a:pt x="4002" y="4017"/>
                  </a:cubicBezTo>
                  <a:lnTo>
                    <a:pt x="3781" y="2914"/>
                  </a:lnTo>
                  <a:lnTo>
                    <a:pt x="4569" y="2127"/>
                  </a:lnTo>
                  <a:cubicBezTo>
                    <a:pt x="4978" y="1906"/>
                    <a:pt x="4821" y="1465"/>
                    <a:pt x="4474" y="1434"/>
                  </a:cubicBezTo>
                  <a:lnTo>
                    <a:pt x="3372" y="1276"/>
                  </a:lnTo>
                  <a:lnTo>
                    <a:pt x="2836" y="236"/>
                  </a:lnTo>
                  <a:cubicBezTo>
                    <a:pt x="2757" y="79"/>
                    <a:pt x="2616" y="0"/>
                    <a:pt x="24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>
              <a:off x="-42062025" y="2316000"/>
              <a:ext cx="319000" cy="317700"/>
            </a:xfrm>
            <a:custGeom>
              <a:avLst/>
              <a:gdLst/>
              <a:ahLst/>
              <a:cxnLst/>
              <a:rect l="l" t="t" r="r" b="b"/>
              <a:pathLst>
                <a:path w="12760" h="12708" extrusionOk="0">
                  <a:moveTo>
                    <a:pt x="9610" y="851"/>
                  </a:moveTo>
                  <a:lnTo>
                    <a:pt x="8129" y="2615"/>
                  </a:lnTo>
                  <a:cubicBezTo>
                    <a:pt x="8097" y="2584"/>
                    <a:pt x="8034" y="2584"/>
                    <a:pt x="7940" y="2584"/>
                  </a:cubicBezTo>
                  <a:lnTo>
                    <a:pt x="4821" y="2584"/>
                  </a:lnTo>
                  <a:cubicBezTo>
                    <a:pt x="4758" y="2584"/>
                    <a:pt x="4726" y="2584"/>
                    <a:pt x="4632" y="2615"/>
                  </a:cubicBezTo>
                  <a:lnTo>
                    <a:pt x="3183" y="851"/>
                  </a:lnTo>
                  <a:close/>
                  <a:moveTo>
                    <a:pt x="7530" y="3371"/>
                  </a:moveTo>
                  <a:lnTo>
                    <a:pt x="6396" y="4726"/>
                  </a:lnTo>
                  <a:lnTo>
                    <a:pt x="5293" y="3371"/>
                  </a:lnTo>
                  <a:close/>
                  <a:moveTo>
                    <a:pt x="10555" y="1009"/>
                  </a:moveTo>
                  <a:lnTo>
                    <a:pt x="11783" y="2237"/>
                  </a:lnTo>
                  <a:lnTo>
                    <a:pt x="8759" y="5923"/>
                  </a:lnTo>
                  <a:cubicBezTo>
                    <a:pt x="8255" y="5545"/>
                    <a:pt x="7719" y="5262"/>
                    <a:pt x="7121" y="5136"/>
                  </a:cubicBezTo>
                  <a:lnTo>
                    <a:pt x="10555" y="1009"/>
                  </a:lnTo>
                  <a:close/>
                  <a:moveTo>
                    <a:pt x="2269" y="1040"/>
                  </a:moveTo>
                  <a:lnTo>
                    <a:pt x="5703" y="5199"/>
                  </a:lnTo>
                  <a:cubicBezTo>
                    <a:pt x="5104" y="5293"/>
                    <a:pt x="4506" y="5545"/>
                    <a:pt x="4033" y="5986"/>
                  </a:cubicBezTo>
                  <a:cubicBezTo>
                    <a:pt x="3214" y="4947"/>
                    <a:pt x="1040" y="2269"/>
                    <a:pt x="1040" y="2269"/>
                  </a:cubicBezTo>
                  <a:lnTo>
                    <a:pt x="2269" y="1040"/>
                  </a:lnTo>
                  <a:close/>
                  <a:moveTo>
                    <a:pt x="6349" y="5978"/>
                  </a:moveTo>
                  <a:cubicBezTo>
                    <a:pt x="7097" y="5978"/>
                    <a:pt x="7845" y="6254"/>
                    <a:pt x="8412" y="6805"/>
                  </a:cubicBezTo>
                  <a:lnTo>
                    <a:pt x="8538" y="6932"/>
                  </a:lnTo>
                  <a:cubicBezTo>
                    <a:pt x="8633" y="7026"/>
                    <a:pt x="8727" y="7152"/>
                    <a:pt x="8822" y="7278"/>
                  </a:cubicBezTo>
                  <a:cubicBezTo>
                    <a:pt x="9452" y="8097"/>
                    <a:pt x="9484" y="9168"/>
                    <a:pt x="9137" y="10082"/>
                  </a:cubicBezTo>
                  <a:cubicBezTo>
                    <a:pt x="8662" y="11199"/>
                    <a:pt x="7524" y="11885"/>
                    <a:pt x="6358" y="11885"/>
                  </a:cubicBezTo>
                  <a:cubicBezTo>
                    <a:pt x="5978" y="11885"/>
                    <a:pt x="5595" y="11812"/>
                    <a:pt x="5230" y="11657"/>
                  </a:cubicBezTo>
                  <a:cubicBezTo>
                    <a:pt x="3340" y="10870"/>
                    <a:pt x="2805" y="8412"/>
                    <a:pt x="4159" y="6932"/>
                  </a:cubicBezTo>
                  <a:lnTo>
                    <a:pt x="4285" y="6805"/>
                  </a:lnTo>
                  <a:cubicBezTo>
                    <a:pt x="4852" y="6254"/>
                    <a:pt x="5601" y="5978"/>
                    <a:pt x="6349" y="5978"/>
                  </a:cubicBezTo>
                  <a:close/>
                  <a:moveTo>
                    <a:pt x="2269" y="0"/>
                  </a:moveTo>
                  <a:cubicBezTo>
                    <a:pt x="2143" y="0"/>
                    <a:pt x="2048" y="32"/>
                    <a:pt x="1954" y="95"/>
                  </a:cubicBezTo>
                  <a:lnTo>
                    <a:pt x="158" y="1922"/>
                  </a:lnTo>
                  <a:cubicBezTo>
                    <a:pt x="1" y="2080"/>
                    <a:pt x="1" y="2300"/>
                    <a:pt x="95" y="2458"/>
                  </a:cubicBezTo>
                  <a:lnTo>
                    <a:pt x="3372" y="6522"/>
                  </a:lnTo>
                  <a:cubicBezTo>
                    <a:pt x="1985" y="8255"/>
                    <a:pt x="2395" y="10807"/>
                    <a:pt x="4254" y="12035"/>
                  </a:cubicBezTo>
                  <a:cubicBezTo>
                    <a:pt x="4911" y="12489"/>
                    <a:pt x="5659" y="12708"/>
                    <a:pt x="6397" y="12708"/>
                  </a:cubicBezTo>
                  <a:cubicBezTo>
                    <a:pt x="7606" y="12708"/>
                    <a:pt x="8791" y="12122"/>
                    <a:pt x="9515" y="11027"/>
                  </a:cubicBezTo>
                  <a:cubicBezTo>
                    <a:pt x="10429" y="9641"/>
                    <a:pt x="10397" y="7814"/>
                    <a:pt x="9326" y="6522"/>
                  </a:cubicBezTo>
                  <a:lnTo>
                    <a:pt x="12634" y="2458"/>
                  </a:lnTo>
                  <a:cubicBezTo>
                    <a:pt x="12760" y="2300"/>
                    <a:pt x="12760" y="2080"/>
                    <a:pt x="12603" y="1922"/>
                  </a:cubicBezTo>
                  <a:lnTo>
                    <a:pt x="10775" y="95"/>
                  </a:lnTo>
                  <a:cubicBezTo>
                    <a:pt x="10712" y="32"/>
                    <a:pt x="10555" y="0"/>
                    <a:pt x="104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265;p37">
            <a:extLst>
              <a:ext uri="{FF2B5EF4-FFF2-40B4-BE49-F238E27FC236}">
                <a16:creationId xmlns:a16="http://schemas.microsoft.com/office/drawing/2014/main" id="{5DFA65BA-56BD-4FD9-B672-F1D29A1C07F8}"/>
              </a:ext>
            </a:extLst>
          </p:cNvPr>
          <p:cNvSpPr txBox="1">
            <a:spLocks/>
          </p:cNvSpPr>
          <p:nvPr/>
        </p:nvSpPr>
        <p:spPr>
          <a:xfrm>
            <a:off x="1042765" y="2465836"/>
            <a:ext cx="3283805" cy="18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pPr marL="0" indent="0" algn="l"/>
            <a:r>
              <a:rPr lang="en-GB" dirty="0" err="1"/>
              <a:t>segmentasi</a:t>
            </a:r>
            <a:r>
              <a:rPr lang="en-GB" dirty="0"/>
              <a:t> </a:t>
            </a:r>
            <a:r>
              <a:rPr lang="en-GB" dirty="0" err="1"/>
              <a:t>warna</a:t>
            </a:r>
            <a:r>
              <a:rPr lang="en-GB" dirty="0"/>
              <a:t> </a:t>
            </a:r>
            <a:r>
              <a:rPr lang="en-GB" dirty="0" err="1"/>
              <a:t>kulit</a:t>
            </a:r>
            <a:r>
              <a:rPr lang="en-GB" dirty="0"/>
              <a:t> untuk </a:t>
            </a:r>
            <a:r>
              <a:rPr lang="en-GB" dirty="0" err="1"/>
              <a:t>memisahkan</a:t>
            </a:r>
            <a:r>
              <a:rPr lang="en-GB" dirty="0"/>
              <a:t> area </a:t>
            </a:r>
            <a:r>
              <a:rPr lang="en-GB" dirty="0" err="1"/>
              <a:t>kulit</a:t>
            </a:r>
            <a:r>
              <a:rPr lang="en-GB" dirty="0"/>
              <a:t> </a:t>
            </a:r>
            <a:r>
              <a:rPr lang="en-GB" dirty="0" err="1"/>
              <a:t>dalam</a:t>
            </a:r>
            <a:r>
              <a:rPr lang="en-GB" dirty="0"/>
              <a:t> </a:t>
            </a:r>
            <a:r>
              <a:rPr lang="en-GB" dirty="0" err="1"/>
              <a:t>citra</a:t>
            </a:r>
            <a:r>
              <a:rPr lang="en-GB" dirty="0"/>
              <a:t>. </a:t>
            </a:r>
            <a:r>
              <a:rPr lang="en-GB" dirty="0" err="1"/>
              <a:t>Ini</a:t>
            </a:r>
            <a:r>
              <a:rPr lang="en-GB" dirty="0"/>
              <a:t> </a:t>
            </a:r>
            <a:r>
              <a:rPr lang="en-GB" dirty="0" err="1"/>
              <a:t>membantu</a:t>
            </a:r>
            <a:r>
              <a:rPr lang="en-GB" dirty="0"/>
              <a:t> </a:t>
            </a:r>
            <a:r>
              <a:rPr lang="en-GB" dirty="0" err="1"/>
              <a:t>dalam</a:t>
            </a:r>
            <a:r>
              <a:rPr lang="en-GB" dirty="0"/>
              <a:t> </a:t>
            </a:r>
            <a:r>
              <a:rPr lang="en-GB" dirty="0" err="1"/>
              <a:t>mendeteksi</a:t>
            </a:r>
            <a:r>
              <a:rPr lang="en-GB" dirty="0"/>
              <a:t> </a:t>
            </a:r>
            <a:r>
              <a:rPr lang="en-GB" dirty="0" err="1"/>
              <a:t>perubahan</a:t>
            </a:r>
            <a:r>
              <a:rPr lang="en-GB" dirty="0"/>
              <a:t> </a:t>
            </a:r>
            <a:r>
              <a:rPr lang="en-GB" dirty="0" err="1"/>
              <a:t>warna</a:t>
            </a:r>
            <a:r>
              <a:rPr lang="en-GB" dirty="0"/>
              <a:t> </a:t>
            </a:r>
            <a:r>
              <a:rPr lang="en-GB" dirty="0" err="1"/>
              <a:t>kulit</a:t>
            </a:r>
            <a:r>
              <a:rPr lang="en-GB" dirty="0"/>
              <a:t> yang </a:t>
            </a:r>
            <a:r>
              <a:rPr lang="en-GB" dirty="0" err="1"/>
              <a:t>terkait</a:t>
            </a:r>
            <a:r>
              <a:rPr lang="en-GB" dirty="0"/>
              <a:t> dengan </a:t>
            </a:r>
            <a:r>
              <a:rPr lang="en-GB" dirty="0" err="1"/>
              <a:t>denyut</a:t>
            </a:r>
            <a:r>
              <a:rPr lang="en-GB" dirty="0"/>
              <a:t> </a:t>
            </a:r>
            <a:r>
              <a:rPr lang="en-GB" dirty="0" err="1"/>
              <a:t>nadi</a:t>
            </a:r>
            <a:r>
              <a:rPr lang="en-GB" dirty="0"/>
              <a:t>, </a:t>
            </a:r>
            <a:r>
              <a:rPr lang="en-GB" dirty="0" err="1"/>
              <a:t>deteksi</a:t>
            </a:r>
            <a:r>
              <a:rPr lang="en-GB" dirty="0"/>
              <a:t> </a:t>
            </a:r>
            <a:r>
              <a:rPr lang="en-GB" dirty="0" err="1"/>
              <a:t>denyut</a:t>
            </a:r>
            <a:r>
              <a:rPr lang="en-GB" dirty="0"/>
              <a:t> </a:t>
            </a:r>
            <a:r>
              <a:rPr lang="en-GB" dirty="0" err="1"/>
              <a:t>nadi</a:t>
            </a:r>
            <a:r>
              <a:rPr lang="en-GB" dirty="0"/>
              <a:t> di </a:t>
            </a:r>
            <a:r>
              <a:rPr lang="en-GB" dirty="0" err="1"/>
              <a:t>daerah</a:t>
            </a:r>
            <a:r>
              <a:rPr lang="en-GB" dirty="0"/>
              <a:t> </a:t>
            </a:r>
            <a:r>
              <a:rPr lang="en-GB" dirty="0" err="1"/>
              <a:t>wajah</a:t>
            </a:r>
            <a:r>
              <a:rPr lang="en-GB" dirty="0"/>
              <a:t> dengan </a:t>
            </a:r>
            <a:r>
              <a:rPr lang="en-GB" dirty="0" err="1"/>
              <a:t>menganalisis</a:t>
            </a:r>
            <a:r>
              <a:rPr lang="en-GB" dirty="0"/>
              <a:t> </a:t>
            </a:r>
            <a:r>
              <a:rPr lang="en-GB" dirty="0" err="1"/>
              <a:t>perubahan</a:t>
            </a:r>
            <a:r>
              <a:rPr lang="en-GB" dirty="0"/>
              <a:t> </a:t>
            </a:r>
            <a:r>
              <a:rPr lang="en-GB" dirty="0" err="1"/>
              <a:t>warna</a:t>
            </a:r>
            <a:r>
              <a:rPr lang="en-GB" dirty="0"/>
              <a:t> </a:t>
            </a:r>
            <a:r>
              <a:rPr lang="en-GB" dirty="0" err="1"/>
              <a:t>kulit</a:t>
            </a:r>
            <a:r>
              <a:rPr lang="en-GB" dirty="0"/>
              <a:t> yang </a:t>
            </a:r>
            <a:r>
              <a:rPr lang="en-GB" dirty="0" err="1"/>
              <a:t>terdeteksi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94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1794900" y="4138115"/>
            <a:ext cx="55542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—Alur Met</a:t>
            </a:r>
            <a:r>
              <a:rPr lang="en-GB" dirty="0"/>
              <a:t>o</a:t>
            </a:r>
            <a:r>
              <a:rPr lang="en" dirty="0"/>
              <a:t>de </a:t>
            </a:r>
            <a:r>
              <a:rPr lang="en" dirty="0">
                <a:solidFill>
                  <a:schemeClr val="accent1"/>
                </a:solidFill>
              </a:rPr>
              <a:t>Praktikum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283" name="Google Shape;283;p38"/>
          <p:cNvGrpSpPr/>
          <p:nvPr/>
        </p:nvGrpSpPr>
        <p:grpSpPr>
          <a:xfrm>
            <a:off x="-3038112" y="-944687"/>
            <a:ext cx="5225483" cy="7423338"/>
            <a:chOff x="-3038112" y="-944687"/>
            <a:chExt cx="5225483" cy="7423338"/>
          </a:xfrm>
        </p:grpSpPr>
        <p:sp>
          <p:nvSpPr>
            <p:cNvPr id="284" name="Google Shape;284;p38"/>
            <p:cNvSpPr/>
            <p:nvPr/>
          </p:nvSpPr>
          <p:spPr>
            <a:xfrm>
              <a:off x="-1335150" y="38083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-3038112" y="-944687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6567150" y="-890125"/>
            <a:ext cx="5225483" cy="7501334"/>
            <a:chOff x="6567150" y="-890125"/>
            <a:chExt cx="5225483" cy="7501334"/>
          </a:xfrm>
        </p:grpSpPr>
        <p:sp>
          <p:nvSpPr>
            <p:cNvPr id="287" name="Google Shape;287;p38"/>
            <p:cNvSpPr/>
            <p:nvPr/>
          </p:nvSpPr>
          <p:spPr>
            <a:xfrm>
              <a:off x="7844738" y="-89012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6567150" y="3140788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5731A506-2E44-467F-84D5-A162FC13A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045" y="601416"/>
            <a:ext cx="4840472" cy="32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1794917" y="-54283"/>
            <a:ext cx="55542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—Peran</a:t>
            </a:r>
            <a:r>
              <a:rPr lang="en-GB" dirty="0" err="1">
                <a:solidFill>
                  <a:schemeClr val="accent1"/>
                </a:solidFill>
              </a:rPr>
              <a:t>cangan</a:t>
            </a:r>
            <a:r>
              <a:rPr lang="en-GB" dirty="0">
                <a:solidFill>
                  <a:schemeClr val="tx1"/>
                </a:solidFill>
              </a:rPr>
              <a:t> &amp;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-GB" dirty="0"/>
              <a:t>Hasil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283" name="Google Shape;283;p38"/>
          <p:cNvGrpSpPr/>
          <p:nvPr/>
        </p:nvGrpSpPr>
        <p:grpSpPr>
          <a:xfrm>
            <a:off x="-3038112" y="-1209095"/>
            <a:ext cx="5225483" cy="7423338"/>
            <a:chOff x="-3038112" y="-944687"/>
            <a:chExt cx="5225483" cy="7423338"/>
          </a:xfrm>
        </p:grpSpPr>
        <p:sp>
          <p:nvSpPr>
            <p:cNvPr id="284" name="Google Shape;284;p38"/>
            <p:cNvSpPr/>
            <p:nvPr/>
          </p:nvSpPr>
          <p:spPr>
            <a:xfrm>
              <a:off x="-1335150" y="38083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-3038112" y="-944687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6567150" y="-1154533"/>
            <a:ext cx="5225483" cy="7666589"/>
            <a:chOff x="6567150" y="-890125"/>
            <a:chExt cx="5225483" cy="7666589"/>
          </a:xfrm>
        </p:grpSpPr>
        <p:sp>
          <p:nvSpPr>
            <p:cNvPr id="287" name="Google Shape;287;p38"/>
            <p:cNvSpPr/>
            <p:nvPr/>
          </p:nvSpPr>
          <p:spPr>
            <a:xfrm>
              <a:off x="7844738" y="-89012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6567150" y="3306043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265;p37">
            <a:extLst>
              <a:ext uri="{FF2B5EF4-FFF2-40B4-BE49-F238E27FC236}">
                <a16:creationId xmlns:a16="http://schemas.microsoft.com/office/drawing/2014/main" id="{031DFEAC-B32F-4666-B03F-98D2F26E1EE2}"/>
              </a:ext>
            </a:extLst>
          </p:cNvPr>
          <p:cNvSpPr txBox="1">
            <a:spLocks/>
          </p:cNvSpPr>
          <p:nvPr/>
        </p:nvSpPr>
        <p:spPr>
          <a:xfrm>
            <a:off x="5995699" y="291215"/>
            <a:ext cx="3698077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i="1" dirty="0"/>
              <a:t>1. </a:t>
            </a:r>
            <a:r>
              <a:rPr lang="en-GB" i="1" dirty="0" err="1"/>
              <a:t>tahap</a:t>
            </a:r>
            <a:r>
              <a:rPr lang="en-GB" i="1" dirty="0"/>
              <a:t> </a:t>
            </a:r>
            <a:r>
              <a:rPr lang="en-GB" i="1" dirty="0" err="1"/>
              <a:t>inisialisasi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2C5D279-B068-4DDB-9A49-233AAFF18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" t="21924" r="53660" b="71451"/>
          <a:stretch/>
        </p:blipFill>
        <p:spPr bwMode="auto">
          <a:xfrm>
            <a:off x="3197001" y="690793"/>
            <a:ext cx="5787852" cy="55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0EA852EB-2EA4-46D7-B6A5-DC909140F4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0" t="27684" r="25120" b="62978"/>
          <a:stretch/>
        </p:blipFill>
        <p:spPr bwMode="auto">
          <a:xfrm>
            <a:off x="68374" y="1277686"/>
            <a:ext cx="9216819" cy="716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Google Shape;265;p37">
            <a:extLst>
              <a:ext uri="{FF2B5EF4-FFF2-40B4-BE49-F238E27FC236}">
                <a16:creationId xmlns:a16="http://schemas.microsoft.com/office/drawing/2014/main" id="{AA64AF0A-51D0-4062-BCCB-F6CAC8E7A997}"/>
              </a:ext>
            </a:extLst>
          </p:cNvPr>
          <p:cNvSpPr txBox="1">
            <a:spLocks/>
          </p:cNvSpPr>
          <p:nvPr/>
        </p:nvSpPr>
        <p:spPr>
          <a:xfrm>
            <a:off x="-780141" y="1025290"/>
            <a:ext cx="3698077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i="1" dirty="0"/>
              <a:t>2. </a:t>
            </a:r>
            <a:r>
              <a:rPr lang="en-GB" i="1" dirty="0" err="1"/>
              <a:t>tahap</a:t>
            </a:r>
            <a:r>
              <a:rPr lang="en-GB" i="1" dirty="0"/>
              <a:t> </a:t>
            </a:r>
            <a:r>
              <a:rPr lang="en-GB" i="1" dirty="0" err="1"/>
              <a:t>haar</a:t>
            </a:r>
            <a:r>
              <a:rPr lang="en-GB" i="1" dirty="0"/>
              <a:t> cascade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sp>
        <p:nvSpPr>
          <p:cNvPr id="19" name="Google Shape;265;p37">
            <a:extLst>
              <a:ext uri="{FF2B5EF4-FFF2-40B4-BE49-F238E27FC236}">
                <a16:creationId xmlns:a16="http://schemas.microsoft.com/office/drawing/2014/main" id="{DF83D210-9483-4F71-8AC5-D51ACB9D4D02}"/>
              </a:ext>
            </a:extLst>
          </p:cNvPr>
          <p:cNvSpPr txBox="1">
            <a:spLocks/>
          </p:cNvSpPr>
          <p:nvPr/>
        </p:nvSpPr>
        <p:spPr>
          <a:xfrm>
            <a:off x="5847684" y="1794357"/>
            <a:ext cx="3698077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i="1" dirty="0"/>
              <a:t>3. </a:t>
            </a:r>
            <a:r>
              <a:rPr lang="en-GB" i="1" dirty="0" err="1"/>
              <a:t>tahap</a:t>
            </a:r>
            <a:r>
              <a:rPr lang="en-GB" i="1" dirty="0"/>
              <a:t> </a:t>
            </a:r>
            <a:r>
              <a:rPr lang="en-GB" i="1" dirty="0" err="1"/>
              <a:t>pelacakan</a:t>
            </a:r>
            <a:r>
              <a:rPr lang="en-GB" i="1" dirty="0"/>
              <a:t> ROI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sp>
        <p:nvSpPr>
          <p:cNvPr id="21" name="Google Shape;265;p37">
            <a:extLst>
              <a:ext uri="{FF2B5EF4-FFF2-40B4-BE49-F238E27FC236}">
                <a16:creationId xmlns:a16="http://schemas.microsoft.com/office/drawing/2014/main" id="{732D46CC-625C-42FC-8028-583CB5974538}"/>
              </a:ext>
            </a:extLst>
          </p:cNvPr>
          <p:cNvSpPr txBox="1">
            <a:spLocks/>
          </p:cNvSpPr>
          <p:nvPr/>
        </p:nvSpPr>
        <p:spPr>
          <a:xfrm>
            <a:off x="-513889" y="2647275"/>
            <a:ext cx="3698077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i="1" dirty="0"/>
              <a:t>4. </a:t>
            </a:r>
            <a:r>
              <a:rPr lang="en-GB" i="1" dirty="0" err="1"/>
              <a:t>tahap</a:t>
            </a:r>
            <a:r>
              <a:rPr lang="en-GB" i="1" dirty="0"/>
              <a:t> </a:t>
            </a:r>
            <a:r>
              <a:rPr lang="en-GB" i="1" dirty="0" err="1"/>
              <a:t>pendeteksi</a:t>
            </a:r>
            <a:r>
              <a:rPr lang="en-GB" i="1" dirty="0"/>
              <a:t> </a:t>
            </a:r>
            <a:r>
              <a:rPr lang="en-GB" i="1" dirty="0" err="1"/>
              <a:t>wajah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500B2663-60FB-4FF9-ACBD-C3BC96AA24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8" t="36187" r="54946" b="54680"/>
          <a:stretch/>
        </p:blipFill>
        <p:spPr bwMode="auto">
          <a:xfrm>
            <a:off x="3523874" y="2162379"/>
            <a:ext cx="5460979" cy="76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D1A5EA41-A247-448C-ABC6-F110F27C3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3" t="37095" r="48080" b="26832"/>
          <a:stretch/>
        </p:blipFill>
        <p:spPr bwMode="auto">
          <a:xfrm>
            <a:off x="310100" y="3041635"/>
            <a:ext cx="4565569" cy="2079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350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1794917" y="-54283"/>
            <a:ext cx="55542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—Peran</a:t>
            </a:r>
            <a:r>
              <a:rPr lang="en-GB" dirty="0" err="1">
                <a:solidFill>
                  <a:schemeClr val="accent1"/>
                </a:solidFill>
              </a:rPr>
              <a:t>cangan</a:t>
            </a:r>
            <a:r>
              <a:rPr lang="en-GB" dirty="0">
                <a:solidFill>
                  <a:schemeClr val="tx1"/>
                </a:solidFill>
              </a:rPr>
              <a:t> &amp;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-GB" dirty="0"/>
              <a:t>Hasil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283" name="Google Shape;283;p38"/>
          <p:cNvGrpSpPr/>
          <p:nvPr/>
        </p:nvGrpSpPr>
        <p:grpSpPr>
          <a:xfrm>
            <a:off x="-3038112" y="-1209095"/>
            <a:ext cx="5225483" cy="7423338"/>
            <a:chOff x="-3038112" y="-944687"/>
            <a:chExt cx="5225483" cy="7423338"/>
          </a:xfrm>
        </p:grpSpPr>
        <p:sp>
          <p:nvSpPr>
            <p:cNvPr id="284" name="Google Shape;284;p38"/>
            <p:cNvSpPr/>
            <p:nvPr/>
          </p:nvSpPr>
          <p:spPr>
            <a:xfrm>
              <a:off x="-1335150" y="38083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-3038112" y="-944687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6567150" y="-1154533"/>
            <a:ext cx="5225483" cy="7666589"/>
            <a:chOff x="6567150" y="-890125"/>
            <a:chExt cx="5225483" cy="7666589"/>
          </a:xfrm>
        </p:grpSpPr>
        <p:sp>
          <p:nvSpPr>
            <p:cNvPr id="287" name="Google Shape;287;p38"/>
            <p:cNvSpPr/>
            <p:nvPr/>
          </p:nvSpPr>
          <p:spPr>
            <a:xfrm>
              <a:off x="7844738" y="-89012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6567150" y="3306043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265;p37">
            <a:extLst>
              <a:ext uri="{FF2B5EF4-FFF2-40B4-BE49-F238E27FC236}">
                <a16:creationId xmlns:a16="http://schemas.microsoft.com/office/drawing/2014/main" id="{031DFEAC-B32F-4666-B03F-98D2F26E1EE2}"/>
              </a:ext>
            </a:extLst>
          </p:cNvPr>
          <p:cNvSpPr txBox="1">
            <a:spLocks/>
          </p:cNvSpPr>
          <p:nvPr/>
        </p:nvSpPr>
        <p:spPr>
          <a:xfrm>
            <a:off x="5597536" y="203857"/>
            <a:ext cx="3698077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i="1" dirty="0"/>
              <a:t>5. </a:t>
            </a:r>
            <a:r>
              <a:rPr lang="en-GB" i="1" dirty="0" err="1"/>
              <a:t>tahap</a:t>
            </a:r>
            <a:r>
              <a:rPr lang="en-GB" i="1" dirty="0"/>
              <a:t> </a:t>
            </a:r>
            <a:r>
              <a:rPr lang="en-GB" i="1" dirty="0" err="1"/>
              <a:t>rektifikasi</a:t>
            </a:r>
            <a:r>
              <a:rPr lang="en-GB" i="1" dirty="0"/>
              <a:t> </a:t>
            </a:r>
            <a:r>
              <a:rPr lang="en-GB" i="1" dirty="0" err="1"/>
              <a:t>pencahayaan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sp>
        <p:nvSpPr>
          <p:cNvPr id="18" name="Google Shape;265;p37">
            <a:extLst>
              <a:ext uri="{FF2B5EF4-FFF2-40B4-BE49-F238E27FC236}">
                <a16:creationId xmlns:a16="http://schemas.microsoft.com/office/drawing/2014/main" id="{AA64AF0A-51D0-4062-BCCB-F6CAC8E7A997}"/>
              </a:ext>
            </a:extLst>
          </p:cNvPr>
          <p:cNvSpPr txBox="1">
            <a:spLocks/>
          </p:cNvSpPr>
          <p:nvPr/>
        </p:nvSpPr>
        <p:spPr>
          <a:xfrm>
            <a:off x="-120132" y="982282"/>
            <a:ext cx="4056653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i="1" dirty="0"/>
              <a:t>6. </a:t>
            </a:r>
            <a:r>
              <a:rPr lang="en-GB" i="1" dirty="0" err="1"/>
              <a:t>tahap</a:t>
            </a:r>
            <a:r>
              <a:rPr lang="en-GB" i="1" dirty="0"/>
              <a:t> </a:t>
            </a:r>
            <a:r>
              <a:rPr lang="en-GB" i="1" dirty="0" err="1"/>
              <a:t>menghilangkan</a:t>
            </a:r>
            <a:r>
              <a:rPr lang="en-GB" i="1" dirty="0"/>
              <a:t> </a:t>
            </a:r>
            <a:r>
              <a:rPr lang="en-GB" i="1" dirty="0" err="1"/>
              <a:t>gerakan</a:t>
            </a:r>
            <a:r>
              <a:rPr lang="en-GB" i="1" dirty="0"/>
              <a:t> non-rigid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sp>
        <p:nvSpPr>
          <p:cNvPr id="19" name="Google Shape;265;p37">
            <a:extLst>
              <a:ext uri="{FF2B5EF4-FFF2-40B4-BE49-F238E27FC236}">
                <a16:creationId xmlns:a16="http://schemas.microsoft.com/office/drawing/2014/main" id="{DF83D210-9483-4F71-8AC5-D51ACB9D4D02}"/>
              </a:ext>
            </a:extLst>
          </p:cNvPr>
          <p:cNvSpPr txBox="1">
            <a:spLocks/>
          </p:cNvSpPr>
          <p:nvPr/>
        </p:nvSpPr>
        <p:spPr>
          <a:xfrm>
            <a:off x="5995699" y="2450461"/>
            <a:ext cx="3698077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i="1" dirty="0"/>
              <a:t>7. </a:t>
            </a:r>
            <a:r>
              <a:rPr lang="en-GB" i="1" dirty="0" err="1"/>
              <a:t>tahap</a:t>
            </a:r>
            <a:r>
              <a:rPr lang="en-GB" i="1" dirty="0"/>
              <a:t> </a:t>
            </a:r>
            <a:r>
              <a:rPr lang="en-GB" i="1" dirty="0" err="1"/>
              <a:t>pelacakan</a:t>
            </a:r>
            <a:r>
              <a:rPr lang="en-GB" i="1" dirty="0"/>
              <a:t> ROI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E6BB50-1703-4534-B504-8C2628965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" t="73741" r="59557" b="9434"/>
          <a:stretch/>
        </p:blipFill>
        <p:spPr bwMode="auto">
          <a:xfrm>
            <a:off x="5340218" y="631261"/>
            <a:ext cx="3547909" cy="101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1D65741C-E34D-4ED3-928E-441508FCFA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" t="73741" r="59557" b="9434"/>
          <a:stretch/>
        </p:blipFill>
        <p:spPr bwMode="auto">
          <a:xfrm>
            <a:off x="165398" y="1371078"/>
            <a:ext cx="3547909" cy="1014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587949C-DFBB-4CFC-AEC7-654B026D3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6" t="45973" r="32680" b="21741"/>
          <a:stretch/>
        </p:blipFill>
        <p:spPr bwMode="auto">
          <a:xfrm>
            <a:off x="3112527" y="2833335"/>
            <a:ext cx="6038649" cy="1827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853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1794917" y="-54283"/>
            <a:ext cx="55542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—Peran</a:t>
            </a:r>
            <a:r>
              <a:rPr lang="en-GB" dirty="0" err="1">
                <a:solidFill>
                  <a:schemeClr val="accent1"/>
                </a:solidFill>
              </a:rPr>
              <a:t>cangan</a:t>
            </a:r>
            <a:r>
              <a:rPr lang="en-GB" dirty="0">
                <a:solidFill>
                  <a:schemeClr val="tx1"/>
                </a:solidFill>
              </a:rPr>
              <a:t> &amp;</a:t>
            </a:r>
            <a:r>
              <a:rPr lang="en" dirty="0">
                <a:solidFill>
                  <a:schemeClr val="tx1"/>
                </a:solidFill>
              </a:rPr>
              <a:t> </a:t>
            </a:r>
            <a:r>
              <a:rPr lang="en-GB" dirty="0"/>
              <a:t>Hasil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283" name="Google Shape;283;p38"/>
          <p:cNvGrpSpPr/>
          <p:nvPr/>
        </p:nvGrpSpPr>
        <p:grpSpPr>
          <a:xfrm>
            <a:off x="-3038112" y="-1209095"/>
            <a:ext cx="5225483" cy="7423338"/>
            <a:chOff x="-3038112" y="-944687"/>
            <a:chExt cx="5225483" cy="7423338"/>
          </a:xfrm>
        </p:grpSpPr>
        <p:sp>
          <p:nvSpPr>
            <p:cNvPr id="284" name="Google Shape;284;p38"/>
            <p:cNvSpPr/>
            <p:nvPr/>
          </p:nvSpPr>
          <p:spPr>
            <a:xfrm>
              <a:off x="-1335150" y="38083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-3038112" y="-944687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6567150" y="-1154533"/>
            <a:ext cx="5225483" cy="7666589"/>
            <a:chOff x="6567150" y="-890125"/>
            <a:chExt cx="5225483" cy="7666589"/>
          </a:xfrm>
        </p:grpSpPr>
        <p:sp>
          <p:nvSpPr>
            <p:cNvPr id="287" name="Google Shape;287;p38"/>
            <p:cNvSpPr/>
            <p:nvPr/>
          </p:nvSpPr>
          <p:spPr>
            <a:xfrm>
              <a:off x="7844738" y="-89012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6567150" y="3306043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265;p37">
            <a:extLst>
              <a:ext uri="{FF2B5EF4-FFF2-40B4-BE49-F238E27FC236}">
                <a16:creationId xmlns:a16="http://schemas.microsoft.com/office/drawing/2014/main" id="{AA64AF0A-51D0-4062-BCCB-F6CAC8E7A997}"/>
              </a:ext>
            </a:extLst>
          </p:cNvPr>
          <p:cNvSpPr txBox="1">
            <a:spLocks/>
          </p:cNvSpPr>
          <p:nvPr/>
        </p:nvSpPr>
        <p:spPr>
          <a:xfrm>
            <a:off x="4325355" y="415517"/>
            <a:ext cx="5054273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i="1" dirty="0"/>
              <a:t>9. </a:t>
            </a:r>
            <a:r>
              <a:rPr lang="en-GB" i="1" dirty="0" err="1"/>
              <a:t>tahap</a:t>
            </a:r>
            <a:r>
              <a:rPr lang="en-GB" i="1" dirty="0"/>
              <a:t> </a:t>
            </a:r>
            <a:r>
              <a:rPr lang="en-GB" i="1" dirty="0" err="1"/>
              <a:t>membaca</a:t>
            </a:r>
            <a:r>
              <a:rPr lang="en-GB" i="1" dirty="0"/>
              <a:t> dan </a:t>
            </a:r>
            <a:r>
              <a:rPr lang="en-GB" i="1" dirty="0" err="1"/>
              <a:t>memproses</a:t>
            </a:r>
            <a:r>
              <a:rPr lang="en-GB" i="1" dirty="0"/>
              <a:t> frame </a:t>
            </a:r>
            <a:r>
              <a:rPr lang="en-GB" i="1" dirty="0" err="1"/>
              <a:t>dari</a:t>
            </a:r>
            <a:r>
              <a:rPr lang="en-GB" i="1" dirty="0"/>
              <a:t> </a:t>
            </a:r>
            <a:r>
              <a:rPr lang="en-GB" i="1" dirty="0" err="1"/>
              <a:t>kamer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1DB0B14-EA01-4941-B6C5-17E5FAF1DD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8" t="15009" r="50000" b="8231"/>
          <a:stretch/>
        </p:blipFill>
        <p:spPr bwMode="auto">
          <a:xfrm>
            <a:off x="4915289" y="932020"/>
            <a:ext cx="4154455" cy="404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F687C22-35C5-4F7A-AE8E-64B79F782E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8" t="30534" r="49999" b="5895"/>
          <a:stretch/>
        </p:blipFill>
        <p:spPr bwMode="auto">
          <a:xfrm>
            <a:off x="20635" y="838413"/>
            <a:ext cx="4646844" cy="378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265;p37">
            <a:extLst>
              <a:ext uri="{FF2B5EF4-FFF2-40B4-BE49-F238E27FC236}">
                <a16:creationId xmlns:a16="http://schemas.microsoft.com/office/drawing/2014/main" id="{8EA87E5A-3C9F-4FF7-A69A-1FC22B4F981F}"/>
              </a:ext>
            </a:extLst>
          </p:cNvPr>
          <p:cNvSpPr txBox="1">
            <a:spLocks/>
          </p:cNvSpPr>
          <p:nvPr/>
        </p:nvSpPr>
        <p:spPr>
          <a:xfrm>
            <a:off x="-482273" y="415517"/>
            <a:ext cx="5054273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fi-FI" i="1" dirty="0"/>
              <a:t>8. tahap melakukan segmentasi warna kulit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473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>
            <a:spLocks noGrp="1"/>
          </p:cNvSpPr>
          <p:nvPr>
            <p:ph type="title"/>
          </p:nvPr>
        </p:nvSpPr>
        <p:spPr>
          <a:xfrm>
            <a:off x="1794917" y="210125"/>
            <a:ext cx="5554200" cy="46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—Hasil </a:t>
            </a:r>
            <a:r>
              <a:rPr lang="en" dirty="0"/>
              <a:t>Praktikum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283" name="Google Shape;283;p38"/>
          <p:cNvGrpSpPr/>
          <p:nvPr/>
        </p:nvGrpSpPr>
        <p:grpSpPr>
          <a:xfrm>
            <a:off x="-3038112" y="-944687"/>
            <a:ext cx="5225483" cy="7423338"/>
            <a:chOff x="-3038112" y="-944687"/>
            <a:chExt cx="5225483" cy="7423338"/>
          </a:xfrm>
        </p:grpSpPr>
        <p:sp>
          <p:nvSpPr>
            <p:cNvPr id="284" name="Google Shape;284;p38"/>
            <p:cNvSpPr/>
            <p:nvPr/>
          </p:nvSpPr>
          <p:spPr>
            <a:xfrm>
              <a:off x="-1335150" y="38083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8"/>
            <p:cNvSpPr/>
            <p:nvPr/>
          </p:nvSpPr>
          <p:spPr>
            <a:xfrm>
              <a:off x="-3038112" y="-944687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8"/>
          <p:cNvGrpSpPr/>
          <p:nvPr/>
        </p:nvGrpSpPr>
        <p:grpSpPr>
          <a:xfrm>
            <a:off x="6567150" y="-890125"/>
            <a:ext cx="5225483" cy="7501334"/>
            <a:chOff x="6567150" y="-890125"/>
            <a:chExt cx="5225483" cy="7501334"/>
          </a:xfrm>
        </p:grpSpPr>
        <p:sp>
          <p:nvSpPr>
            <p:cNvPr id="287" name="Google Shape;287;p38"/>
            <p:cNvSpPr/>
            <p:nvPr/>
          </p:nvSpPr>
          <p:spPr>
            <a:xfrm>
              <a:off x="7844738" y="-89012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8"/>
            <p:cNvSpPr/>
            <p:nvPr/>
          </p:nvSpPr>
          <p:spPr>
            <a:xfrm>
              <a:off x="6567150" y="3140788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E8E2EDE2-4BEE-46F1-B91F-84DA20332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25" y="895258"/>
            <a:ext cx="531495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65;p37">
            <a:extLst>
              <a:ext uri="{FF2B5EF4-FFF2-40B4-BE49-F238E27FC236}">
                <a16:creationId xmlns:a16="http://schemas.microsoft.com/office/drawing/2014/main" id="{031DFEAC-B32F-4666-B03F-98D2F26E1EE2}"/>
              </a:ext>
            </a:extLst>
          </p:cNvPr>
          <p:cNvSpPr txBox="1">
            <a:spLocks/>
          </p:cNvSpPr>
          <p:nvPr/>
        </p:nvSpPr>
        <p:spPr>
          <a:xfrm>
            <a:off x="668191" y="3019898"/>
            <a:ext cx="7396155" cy="18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None/>
              <a:defRPr sz="1400" b="0" i="0" u="none" strike="noStrike" cap="none">
                <a:solidFill>
                  <a:schemeClr val="dk1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r>
              <a:rPr lang="en-GB" dirty="0"/>
              <a:t> </a:t>
            </a:r>
            <a:r>
              <a:rPr lang="en-GB" dirty="0" err="1"/>
              <a:t>Meskipun</a:t>
            </a:r>
            <a:r>
              <a:rPr lang="en-GB" dirty="0"/>
              <a:t> </a:t>
            </a:r>
            <a:r>
              <a:rPr lang="en-GB" dirty="0" err="1"/>
              <a:t>angka</a:t>
            </a:r>
            <a:r>
              <a:rPr lang="en-GB" dirty="0"/>
              <a:t> </a:t>
            </a:r>
            <a:r>
              <a:rPr lang="en-GB" dirty="0" err="1"/>
              <a:t>ini</a:t>
            </a:r>
            <a:r>
              <a:rPr lang="en-GB" dirty="0"/>
              <a:t> tidak </a:t>
            </a:r>
            <a:r>
              <a:rPr lang="en-GB" dirty="0" err="1"/>
              <a:t>langsung</a:t>
            </a:r>
            <a:r>
              <a:rPr lang="en-GB" dirty="0"/>
              <a:t> </a:t>
            </a:r>
            <a:r>
              <a:rPr lang="en-GB" dirty="0" err="1"/>
              <a:t>menunjukkan</a:t>
            </a:r>
            <a:r>
              <a:rPr lang="en-GB" dirty="0"/>
              <a:t> </a:t>
            </a:r>
            <a:r>
              <a:rPr lang="en-GB" dirty="0" err="1"/>
              <a:t>jumlah</a:t>
            </a:r>
            <a:r>
              <a:rPr lang="en-GB" dirty="0"/>
              <a:t> </a:t>
            </a:r>
            <a:r>
              <a:rPr lang="en-GB" dirty="0" err="1"/>
              <a:t>denyut</a:t>
            </a:r>
            <a:r>
              <a:rPr lang="en-GB" dirty="0"/>
              <a:t> per </a:t>
            </a:r>
            <a:r>
              <a:rPr lang="en-GB" dirty="0" err="1"/>
              <a:t>menit</a:t>
            </a:r>
            <a:r>
              <a:rPr lang="en-GB" dirty="0"/>
              <a:t>, </a:t>
            </a:r>
            <a:r>
              <a:rPr lang="en-GB" dirty="0" err="1"/>
              <a:t>ia</a:t>
            </a:r>
            <a:r>
              <a:rPr lang="en-GB" dirty="0"/>
              <a:t> </a:t>
            </a:r>
            <a:r>
              <a:rPr lang="en-GB" dirty="0" err="1"/>
              <a:t>menggambarkan</a:t>
            </a:r>
            <a:r>
              <a:rPr lang="en-GB" dirty="0"/>
              <a:t> </a:t>
            </a:r>
            <a:r>
              <a:rPr lang="en-GB" dirty="0" err="1"/>
              <a:t>tingkat</a:t>
            </a:r>
            <a:r>
              <a:rPr lang="en-GB" dirty="0"/>
              <a:t> </a:t>
            </a:r>
            <a:r>
              <a:rPr lang="en-GB" dirty="0" err="1"/>
              <a:t>perubahan</a:t>
            </a:r>
            <a:r>
              <a:rPr lang="en-GB" dirty="0"/>
              <a:t> </a:t>
            </a:r>
            <a:r>
              <a:rPr lang="en-GB" dirty="0" err="1"/>
              <a:t>warna</a:t>
            </a:r>
            <a:r>
              <a:rPr lang="en-GB" dirty="0"/>
              <a:t> </a:t>
            </a:r>
            <a:r>
              <a:rPr lang="en-GB" dirty="0" err="1"/>
              <a:t>kulit</a:t>
            </a:r>
            <a:r>
              <a:rPr lang="en-GB" dirty="0"/>
              <a:t> yang </a:t>
            </a:r>
            <a:r>
              <a:rPr lang="en-GB" dirty="0" err="1"/>
              <a:t>terkait</a:t>
            </a:r>
            <a:r>
              <a:rPr lang="en-GB" dirty="0"/>
              <a:t> dengan </a:t>
            </a:r>
            <a:r>
              <a:rPr lang="en-GB" dirty="0" err="1"/>
              <a:t>denyut</a:t>
            </a:r>
            <a:r>
              <a:rPr lang="en-GB" dirty="0"/>
              <a:t> </a:t>
            </a:r>
            <a:r>
              <a:rPr lang="en-GB" dirty="0" err="1"/>
              <a:t>nadi</a:t>
            </a:r>
            <a:r>
              <a:rPr lang="en-GB" dirty="0"/>
              <a:t>. Untuk </a:t>
            </a:r>
            <a:r>
              <a:rPr lang="en-GB" dirty="0" err="1"/>
              <a:t>mendapatkan</a:t>
            </a:r>
            <a:r>
              <a:rPr lang="en-GB" dirty="0"/>
              <a:t> </a:t>
            </a:r>
            <a:r>
              <a:rPr lang="en-GB" dirty="0" err="1"/>
              <a:t>nilai</a:t>
            </a:r>
            <a:r>
              <a:rPr lang="en-GB" dirty="0"/>
              <a:t> BPM yang </a:t>
            </a:r>
            <a:r>
              <a:rPr lang="en-GB" dirty="0" err="1"/>
              <a:t>akurat</a:t>
            </a:r>
            <a:r>
              <a:rPr lang="en-GB" dirty="0"/>
              <a:t>, </a:t>
            </a:r>
            <a:r>
              <a:rPr lang="en-GB" dirty="0" err="1"/>
              <a:t>analisis</a:t>
            </a:r>
            <a:r>
              <a:rPr lang="en-GB" dirty="0"/>
              <a:t> dan </a:t>
            </a:r>
            <a:r>
              <a:rPr lang="en-GB" dirty="0" err="1"/>
              <a:t>konversi</a:t>
            </a:r>
            <a:r>
              <a:rPr lang="en-GB" dirty="0"/>
              <a:t> lebih </a:t>
            </a:r>
            <a:r>
              <a:rPr lang="en-GB" dirty="0" err="1"/>
              <a:t>lanjut</a:t>
            </a:r>
            <a:r>
              <a:rPr lang="en-GB" dirty="0"/>
              <a:t> </a:t>
            </a:r>
            <a:r>
              <a:rPr lang="en-GB" dirty="0" err="1"/>
              <a:t>dari</a:t>
            </a:r>
            <a:r>
              <a:rPr lang="en-GB" dirty="0"/>
              <a:t> data </a:t>
            </a:r>
            <a:r>
              <a:rPr lang="en-GB" dirty="0" err="1"/>
              <a:t>ini</a:t>
            </a:r>
            <a:r>
              <a:rPr lang="en-GB" dirty="0"/>
              <a:t> </a:t>
            </a:r>
            <a:r>
              <a:rPr lang="en-GB" dirty="0" err="1"/>
              <a:t>diperlukan</a:t>
            </a:r>
            <a:r>
              <a:rPr lang="en-GB" dirty="0"/>
              <a:t>.</a:t>
            </a:r>
          </a:p>
          <a:p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279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>
            <a:spLocks noGrp="1"/>
          </p:cNvSpPr>
          <p:nvPr>
            <p:ph type="title"/>
          </p:nvPr>
        </p:nvSpPr>
        <p:spPr>
          <a:xfrm>
            <a:off x="2715975" y="1669650"/>
            <a:ext cx="3711900" cy="180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</a:t>
            </a:r>
            <a:r>
              <a:rPr lang="en" b="0">
                <a:solidFill>
                  <a:schemeClr val="accent1"/>
                </a:solidFill>
              </a:rPr>
              <a:t>words</a:t>
            </a:r>
            <a:endParaRPr b="0">
              <a:solidFill>
                <a:schemeClr val="accent1"/>
              </a:solidFill>
            </a:endParaRPr>
          </a:p>
        </p:txBody>
      </p:sp>
      <p:grpSp>
        <p:nvGrpSpPr>
          <p:cNvPr id="343" name="Google Shape;343;p43"/>
          <p:cNvGrpSpPr/>
          <p:nvPr/>
        </p:nvGrpSpPr>
        <p:grpSpPr>
          <a:xfrm>
            <a:off x="-2212925" y="-1659063"/>
            <a:ext cx="3904688" cy="8137713"/>
            <a:chOff x="-2212925" y="-1659063"/>
            <a:chExt cx="3904688" cy="8137713"/>
          </a:xfrm>
        </p:grpSpPr>
        <p:sp>
          <p:nvSpPr>
            <p:cNvPr id="344" name="Google Shape;344;p43"/>
            <p:cNvSpPr/>
            <p:nvPr/>
          </p:nvSpPr>
          <p:spPr>
            <a:xfrm rot="10800000" flipH="1">
              <a:off x="-2212925" y="-1659063"/>
              <a:ext cx="3717182" cy="3318119"/>
            </a:xfrm>
            <a:custGeom>
              <a:avLst/>
              <a:gdLst/>
              <a:ahLst/>
              <a:cxnLst/>
              <a:rect l="l" t="t" r="r" b="b"/>
              <a:pathLst>
                <a:path w="130416" h="116415" extrusionOk="0">
                  <a:moveTo>
                    <a:pt x="41316" y="66539"/>
                  </a:moveTo>
                  <a:cubicBezTo>
                    <a:pt x="47898" y="77381"/>
                    <a:pt x="53795" y="88642"/>
                    <a:pt x="59045" y="100208"/>
                  </a:cubicBezTo>
                  <a:cubicBezTo>
                    <a:pt x="55316" y="100017"/>
                    <a:pt x="51740" y="98952"/>
                    <a:pt x="48582" y="97050"/>
                  </a:cubicBezTo>
                  <a:cubicBezTo>
                    <a:pt x="43446" y="93968"/>
                    <a:pt x="40251" y="88909"/>
                    <a:pt x="39224" y="82441"/>
                  </a:cubicBezTo>
                  <a:cubicBezTo>
                    <a:pt x="38729" y="79322"/>
                    <a:pt x="39262" y="73387"/>
                    <a:pt x="41316" y="66539"/>
                  </a:cubicBezTo>
                  <a:close/>
                  <a:moveTo>
                    <a:pt x="12212" y="0"/>
                  </a:moveTo>
                  <a:lnTo>
                    <a:pt x="0" y="10538"/>
                  </a:lnTo>
                  <a:cubicBezTo>
                    <a:pt x="10881" y="23055"/>
                    <a:pt x="21076" y="36180"/>
                    <a:pt x="30511" y="49799"/>
                  </a:cubicBezTo>
                  <a:cubicBezTo>
                    <a:pt x="23930" y="63457"/>
                    <a:pt x="22066" y="77191"/>
                    <a:pt x="23283" y="84952"/>
                  </a:cubicBezTo>
                  <a:cubicBezTo>
                    <a:pt x="24995" y="96137"/>
                    <a:pt x="31044" y="105306"/>
                    <a:pt x="40213" y="110860"/>
                  </a:cubicBezTo>
                  <a:cubicBezTo>
                    <a:pt x="46279" y="114477"/>
                    <a:pt x="53203" y="116415"/>
                    <a:pt x="60247" y="116415"/>
                  </a:cubicBezTo>
                  <a:cubicBezTo>
                    <a:pt x="60315" y="116415"/>
                    <a:pt x="60384" y="116415"/>
                    <a:pt x="60452" y="116414"/>
                  </a:cubicBezTo>
                  <a:cubicBezTo>
                    <a:pt x="64789" y="116414"/>
                    <a:pt x="69088" y="115692"/>
                    <a:pt x="73197" y="114322"/>
                  </a:cubicBezTo>
                  <a:lnTo>
                    <a:pt x="81339" y="111545"/>
                  </a:lnTo>
                  <a:lnTo>
                    <a:pt x="78029" y="103594"/>
                  </a:lnTo>
                  <a:cubicBezTo>
                    <a:pt x="70192" y="84610"/>
                    <a:pt x="60642" y="66349"/>
                    <a:pt x="49457" y="49115"/>
                  </a:cubicBezTo>
                  <a:cubicBezTo>
                    <a:pt x="50979" y="46870"/>
                    <a:pt x="52615" y="44740"/>
                    <a:pt x="54441" y="42723"/>
                  </a:cubicBezTo>
                  <a:cubicBezTo>
                    <a:pt x="63342" y="32943"/>
                    <a:pt x="74618" y="27978"/>
                    <a:pt x="88028" y="27978"/>
                  </a:cubicBezTo>
                  <a:cubicBezTo>
                    <a:pt x="89119" y="27978"/>
                    <a:pt x="90225" y="28011"/>
                    <a:pt x="91344" y="28076"/>
                  </a:cubicBezTo>
                  <a:cubicBezTo>
                    <a:pt x="99067" y="28533"/>
                    <a:pt x="105991" y="32908"/>
                    <a:pt x="109758" y="39642"/>
                  </a:cubicBezTo>
                  <a:cubicBezTo>
                    <a:pt x="113258" y="45729"/>
                    <a:pt x="113562" y="52653"/>
                    <a:pt x="110518" y="58512"/>
                  </a:cubicBezTo>
                  <a:cubicBezTo>
                    <a:pt x="109073" y="61365"/>
                    <a:pt x="104774" y="66691"/>
                    <a:pt x="97736" y="68974"/>
                  </a:cubicBezTo>
                  <a:cubicBezTo>
                    <a:pt x="95635" y="69634"/>
                    <a:pt x="93471" y="69964"/>
                    <a:pt x="91248" y="69964"/>
                  </a:cubicBezTo>
                  <a:cubicBezTo>
                    <a:pt x="87070" y="69964"/>
                    <a:pt x="82687" y="68797"/>
                    <a:pt x="78143" y="66463"/>
                  </a:cubicBezTo>
                  <a:lnTo>
                    <a:pt x="70762" y="80767"/>
                  </a:lnTo>
                  <a:cubicBezTo>
                    <a:pt x="77581" y="84322"/>
                    <a:pt x="84524" y="86109"/>
                    <a:pt x="91276" y="86109"/>
                  </a:cubicBezTo>
                  <a:cubicBezTo>
                    <a:pt x="95147" y="86109"/>
                    <a:pt x="98956" y="85522"/>
                    <a:pt x="102643" y="84343"/>
                  </a:cubicBezTo>
                  <a:cubicBezTo>
                    <a:pt x="113942" y="80729"/>
                    <a:pt x="121551" y="72436"/>
                    <a:pt x="124899" y="65892"/>
                  </a:cubicBezTo>
                  <a:cubicBezTo>
                    <a:pt x="130416" y="55050"/>
                    <a:pt x="130035" y="42571"/>
                    <a:pt x="123758" y="31614"/>
                  </a:cubicBezTo>
                  <a:cubicBezTo>
                    <a:pt x="117290" y="20163"/>
                    <a:pt x="105420" y="12745"/>
                    <a:pt x="92295" y="11984"/>
                  </a:cubicBezTo>
                  <a:cubicBezTo>
                    <a:pt x="90887" y="11902"/>
                    <a:pt x="89491" y="11862"/>
                    <a:pt x="88110" y="11862"/>
                  </a:cubicBezTo>
                  <a:cubicBezTo>
                    <a:pt x="70119" y="11862"/>
                    <a:pt x="54437" y="18738"/>
                    <a:pt x="42495" y="31881"/>
                  </a:cubicBezTo>
                  <a:cubicBezTo>
                    <a:pt x="41582" y="32908"/>
                    <a:pt x="40707" y="33935"/>
                    <a:pt x="39870" y="35000"/>
                  </a:cubicBezTo>
                  <a:cubicBezTo>
                    <a:pt x="31691" y="23511"/>
                    <a:pt x="22522" y="11946"/>
                    <a:pt x="12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3"/>
            <p:cNvSpPr/>
            <p:nvPr/>
          </p:nvSpPr>
          <p:spPr>
            <a:xfrm>
              <a:off x="-978537" y="3808350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43"/>
          <p:cNvGrpSpPr/>
          <p:nvPr/>
        </p:nvGrpSpPr>
        <p:grpSpPr>
          <a:xfrm>
            <a:off x="7052156" y="-1659075"/>
            <a:ext cx="4048856" cy="8589442"/>
            <a:chOff x="7052156" y="-1659075"/>
            <a:chExt cx="4048856" cy="8589442"/>
          </a:xfrm>
        </p:grpSpPr>
        <p:sp>
          <p:nvSpPr>
            <p:cNvPr id="347" name="Google Shape;347;p43"/>
            <p:cNvSpPr/>
            <p:nvPr/>
          </p:nvSpPr>
          <p:spPr>
            <a:xfrm rot="-5400000" flipH="1">
              <a:off x="6174625" y="2582415"/>
              <a:ext cx="5225483" cy="3470421"/>
            </a:xfrm>
            <a:custGeom>
              <a:avLst/>
              <a:gdLst/>
              <a:ahLst/>
              <a:cxnLst/>
              <a:rect l="l" t="t" r="r" b="b"/>
              <a:pathLst>
                <a:path w="150039" h="99646" extrusionOk="0">
                  <a:moveTo>
                    <a:pt x="147946" y="0"/>
                  </a:moveTo>
                  <a:lnTo>
                    <a:pt x="134484" y="2228"/>
                  </a:lnTo>
                  <a:cubicBezTo>
                    <a:pt x="135621" y="9096"/>
                    <a:pt x="130982" y="16918"/>
                    <a:pt x="123751" y="20466"/>
                  </a:cubicBezTo>
                  <a:cubicBezTo>
                    <a:pt x="120295" y="22171"/>
                    <a:pt x="116270" y="23024"/>
                    <a:pt x="111983" y="23024"/>
                  </a:cubicBezTo>
                  <a:cubicBezTo>
                    <a:pt x="107697" y="23024"/>
                    <a:pt x="103149" y="22171"/>
                    <a:pt x="98646" y="20466"/>
                  </a:cubicBezTo>
                  <a:cubicBezTo>
                    <a:pt x="95463" y="19192"/>
                    <a:pt x="92324" y="17737"/>
                    <a:pt x="89277" y="16145"/>
                  </a:cubicBezTo>
                  <a:cubicBezTo>
                    <a:pt x="85275" y="14053"/>
                    <a:pt x="81136" y="12189"/>
                    <a:pt x="76861" y="10688"/>
                  </a:cubicBezTo>
                  <a:cubicBezTo>
                    <a:pt x="72519" y="9205"/>
                    <a:pt x="68254" y="8473"/>
                    <a:pt x="64232" y="8473"/>
                  </a:cubicBezTo>
                  <a:cubicBezTo>
                    <a:pt x="58017" y="8473"/>
                    <a:pt x="52381" y="10220"/>
                    <a:pt x="47936" y="13644"/>
                  </a:cubicBezTo>
                  <a:cubicBezTo>
                    <a:pt x="43024" y="17419"/>
                    <a:pt x="39932" y="23376"/>
                    <a:pt x="39340" y="29971"/>
                  </a:cubicBezTo>
                  <a:cubicBezTo>
                    <a:pt x="38795" y="36566"/>
                    <a:pt x="40841" y="42933"/>
                    <a:pt x="45025" y="47481"/>
                  </a:cubicBezTo>
                  <a:cubicBezTo>
                    <a:pt x="52120" y="55212"/>
                    <a:pt x="62035" y="56258"/>
                    <a:pt x="70812" y="57168"/>
                  </a:cubicBezTo>
                  <a:cubicBezTo>
                    <a:pt x="76816" y="57804"/>
                    <a:pt x="82546" y="58396"/>
                    <a:pt x="86639" y="60943"/>
                  </a:cubicBezTo>
                  <a:cubicBezTo>
                    <a:pt x="92006" y="64263"/>
                    <a:pt x="94462" y="71994"/>
                    <a:pt x="91961" y="77861"/>
                  </a:cubicBezTo>
                  <a:cubicBezTo>
                    <a:pt x="89865" y="82738"/>
                    <a:pt x="84417" y="86019"/>
                    <a:pt x="79095" y="86019"/>
                  </a:cubicBezTo>
                  <a:cubicBezTo>
                    <a:pt x="78064" y="86019"/>
                    <a:pt x="77039" y="85896"/>
                    <a:pt x="76043" y="85638"/>
                  </a:cubicBezTo>
                  <a:cubicBezTo>
                    <a:pt x="70858" y="84274"/>
                    <a:pt x="66446" y="79862"/>
                    <a:pt x="61762" y="75223"/>
                  </a:cubicBezTo>
                  <a:cubicBezTo>
                    <a:pt x="57805" y="71266"/>
                    <a:pt x="53667" y="67128"/>
                    <a:pt x="48436" y="64126"/>
                  </a:cubicBezTo>
                  <a:cubicBezTo>
                    <a:pt x="41814" y="60276"/>
                    <a:pt x="32259" y="59040"/>
                    <a:pt x="21894" y="59040"/>
                  </a:cubicBezTo>
                  <a:cubicBezTo>
                    <a:pt x="14749" y="59040"/>
                    <a:pt x="7219" y="59628"/>
                    <a:pt x="0" y="60351"/>
                  </a:cubicBezTo>
                  <a:lnTo>
                    <a:pt x="1365" y="73904"/>
                  </a:lnTo>
                  <a:cubicBezTo>
                    <a:pt x="5737" y="73486"/>
                    <a:pt x="13843" y="72686"/>
                    <a:pt x="21907" y="72686"/>
                  </a:cubicBezTo>
                  <a:cubicBezTo>
                    <a:pt x="29613" y="72686"/>
                    <a:pt x="37281" y="73416"/>
                    <a:pt x="41614" y="75905"/>
                  </a:cubicBezTo>
                  <a:cubicBezTo>
                    <a:pt x="45298" y="78043"/>
                    <a:pt x="48618" y="81363"/>
                    <a:pt x="52120" y="84865"/>
                  </a:cubicBezTo>
                  <a:cubicBezTo>
                    <a:pt x="57623" y="90322"/>
                    <a:pt x="63809" y="96553"/>
                    <a:pt x="72586" y="98827"/>
                  </a:cubicBezTo>
                  <a:cubicBezTo>
                    <a:pt x="74724" y="99373"/>
                    <a:pt x="76952" y="99646"/>
                    <a:pt x="79135" y="99646"/>
                  </a:cubicBezTo>
                  <a:cubicBezTo>
                    <a:pt x="89823" y="99646"/>
                    <a:pt x="100192" y="93233"/>
                    <a:pt x="104513" y="83182"/>
                  </a:cubicBezTo>
                  <a:cubicBezTo>
                    <a:pt x="109698" y="71084"/>
                    <a:pt x="105013" y="56213"/>
                    <a:pt x="93825" y="49300"/>
                  </a:cubicBezTo>
                  <a:cubicBezTo>
                    <a:pt x="87094" y="45116"/>
                    <a:pt x="79181" y="44297"/>
                    <a:pt x="72222" y="43524"/>
                  </a:cubicBezTo>
                  <a:cubicBezTo>
                    <a:pt x="64946" y="42796"/>
                    <a:pt x="58669" y="42114"/>
                    <a:pt x="55076" y="38248"/>
                  </a:cubicBezTo>
                  <a:cubicBezTo>
                    <a:pt x="53530" y="36520"/>
                    <a:pt x="52711" y="33837"/>
                    <a:pt x="52939" y="31108"/>
                  </a:cubicBezTo>
                  <a:cubicBezTo>
                    <a:pt x="53166" y="28379"/>
                    <a:pt x="54440" y="25878"/>
                    <a:pt x="56259" y="24468"/>
                  </a:cubicBezTo>
                  <a:cubicBezTo>
                    <a:pt x="58267" y="22917"/>
                    <a:pt x="61058" y="22134"/>
                    <a:pt x="64280" y="22134"/>
                  </a:cubicBezTo>
                  <a:cubicBezTo>
                    <a:pt x="66822" y="22134"/>
                    <a:pt x="69633" y="22621"/>
                    <a:pt x="72541" y="23604"/>
                  </a:cubicBezTo>
                  <a:cubicBezTo>
                    <a:pt x="76179" y="24968"/>
                    <a:pt x="79772" y="26560"/>
                    <a:pt x="83228" y="28379"/>
                  </a:cubicBezTo>
                  <a:cubicBezTo>
                    <a:pt x="86685" y="30153"/>
                    <a:pt x="90232" y="31790"/>
                    <a:pt x="93825" y="33200"/>
                  </a:cubicBezTo>
                  <a:cubicBezTo>
                    <a:pt x="99883" y="35482"/>
                    <a:pt x="106067" y="36621"/>
                    <a:pt x="112000" y="36621"/>
                  </a:cubicBezTo>
                  <a:cubicBezTo>
                    <a:pt x="118362" y="36621"/>
                    <a:pt x="124436" y="35312"/>
                    <a:pt x="129754" y="32700"/>
                  </a:cubicBezTo>
                  <a:cubicBezTo>
                    <a:pt x="142398" y="26515"/>
                    <a:pt x="150038" y="12780"/>
                    <a:pt x="147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3"/>
            <p:cNvSpPr/>
            <p:nvPr/>
          </p:nvSpPr>
          <p:spPr>
            <a:xfrm>
              <a:off x="8430713" y="-1659075"/>
              <a:ext cx="2670300" cy="26703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Nietzsche and Nihilism Thesis Defense by Slidesgo">
  <a:themeElements>
    <a:clrScheme name="Simple Light">
      <a:dk1>
        <a:srgbClr val="FFFFFF"/>
      </a:dk1>
      <a:lt1>
        <a:srgbClr val="EFEFEF"/>
      </a:lt1>
      <a:dk2>
        <a:srgbClr val="FFBAB9"/>
      </a:dk2>
      <a:lt2>
        <a:srgbClr val="FF9D9A"/>
      </a:lt2>
      <a:accent1>
        <a:srgbClr val="FF7674"/>
      </a:accent1>
      <a:accent2>
        <a:srgbClr val="15151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518</Words>
  <Application>Microsoft Office PowerPoint</Application>
  <PresentationFormat>On-screen Show (16:9)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Didact Gothic</vt:lpstr>
      <vt:lpstr>Italiana</vt:lpstr>
      <vt:lpstr>Chivo Medium</vt:lpstr>
      <vt:lpstr>DM Sans</vt:lpstr>
      <vt:lpstr>Chivo</vt:lpstr>
      <vt:lpstr>Actor</vt:lpstr>
      <vt:lpstr>Nietzsche and Nihilism Thesis Defense by Slidesgo</vt:lpstr>
      <vt:lpstr>Dosen Pengampu :  Ervin Yohanes, S.Kom., M.Kom., M.Sc., Ph.D.</vt:lpstr>
      <vt:lpstr>Our Team</vt:lpstr>
      <vt:lpstr>Latar Belakang</vt:lpstr>
      <vt:lpstr>Landasan Teori</vt:lpstr>
      <vt:lpstr>Metode Praktikum</vt:lpstr>
      <vt:lpstr>Metode Praktikum</vt:lpstr>
      <vt:lpstr>—Alur Metode Praktikum</vt:lpstr>
      <vt:lpstr>—Perancangan &amp; Hasil</vt:lpstr>
      <vt:lpstr>—Perancangan &amp; Hasil</vt:lpstr>
      <vt:lpstr>—Perancangan &amp; Hasil</vt:lpstr>
      <vt:lpstr>—Hasil Praktikum</vt:lpstr>
      <vt:lpstr>Awesome words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Dosen Pengampu :  Ervin Yohanes, S.Kom., M.Kom., M.Sc., Ph.D.</dc:title>
  <dc:creator>Lenovo</dc:creator>
  <cp:lastModifiedBy>amrozi123@yahoo.com</cp:lastModifiedBy>
  <cp:revision>2</cp:revision>
  <dcterms:modified xsi:type="dcterms:W3CDTF">2024-06-06T01:45:43Z</dcterms:modified>
</cp:coreProperties>
</file>